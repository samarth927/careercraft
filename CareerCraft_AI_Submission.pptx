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397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7026" y="-91440"/>
            <a:ext cx="12191695" cy="3840480"/>
          </a:xfrm>
          <a:prstGeom prst="rect">
            <a:avLst/>
          </a:prstGeom>
          <a:solidFill>
            <a:srgbClr val="0E0E1A"/>
          </a:solidFill>
          <a:ln w="12700">
            <a:solidFill>
              <a:srgbClr val="0E0E1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8B5CF6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991295" y="-1097280"/>
            <a:ext cx="4389120" cy="4389120"/>
          </a:xfrm>
          <a:prstGeom prst="ellipse">
            <a:avLst/>
          </a:prstGeom>
          <a:solidFill>
            <a:srgbClr val="06B6D4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114800" y="-1371600"/>
            <a:ext cx="4114800" cy="4114800"/>
          </a:xfrm>
          <a:prstGeom prst="ellipse">
            <a:avLst/>
          </a:prstGeom>
          <a:solidFill>
            <a:srgbClr val="EC4899">
              <a:alpha val="3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i="1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CAREERCRAFT AI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7C7E8"/>
                </a:solidFill>
              </a:rPr>
              <a:t>From Classroom to Career — One AI Mentor for Every Student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18408" y="3063240"/>
            <a:ext cx="4754880" cy="502920"/>
          </a:xfrm>
          <a:prstGeom prst="roundRect">
            <a:avLst>
              <a:gd name="adj" fmla="val 49091"/>
            </a:avLst>
          </a:prstGeom>
          <a:solidFill>
            <a:srgbClr val="0E0E1A"/>
          </a:solidFill>
          <a:ln w="12700">
            <a:solidFill>
              <a:srgbClr val="8B8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8408" y="3063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E4FF"/>
                </a:solidFill>
              </a:rPr>
              <a:t>Build what next India runs 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7426" y="392801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366F1"/>
                </a:solidFill>
              </a:rPr>
              <a:t>TEAM NAME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8824" y="4222131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2E"/>
                </a:solidFill>
              </a:rPr>
              <a:t>CareerCraft AI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8824" y="46328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366F1"/>
                </a:solidFill>
              </a:rPr>
              <a:t>TEAM LEADER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876237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2E"/>
                </a:solidFill>
              </a:rPr>
              <a:t>Samarth Gupta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5715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366F1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849585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E"/>
                </a:solidFill>
              </a:rPr>
              <a:t>Students struggle with career decisions, skill development, placement preparation, and future planning due to fragmented information and lack of personalized guidance.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656832"/>
            <a:ext cx="212339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3195" y="6656832"/>
            <a:ext cx="212339" cy="201168"/>
          </a:xfrm>
          <a:prstGeom prst="rect">
            <a:avLst/>
          </a:prstGeom>
          <a:solidFill>
            <a:srgbClr val="8A5CF6"/>
          </a:solidFill>
          <a:ln w="12700">
            <a:solidFill>
              <a:srgbClr val="8A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6390" y="6656832"/>
            <a:ext cx="212339" cy="201168"/>
          </a:xfrm>
          <a:prstGeom prst="rect">
            <a:avLst/>
          </a:prstGeom>
          <a:solidFill>
            <a:srgbClr val="885CF6"/>
          </a:solidFill>
          <a:ln w="12700">
            <a:solidFill>
              <a:srgbClr val="88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9585" y="6656832"/>
            <a:ext cx="212339" cy="201168"/>
          </a:xfrm>
          <a:prstGeom prst="rect">
            <a:avLst/>
          </a:prstGeom>
          <a:solidFill>
            <a:srgbClr val="875DF5"/>
          </a:solidFill>
          <a:ln w="12700">
            <a:solidFill>
              <a:srgbClr val="875D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2780" y="6656832"/>
            <a:ext cx="212339" cy="201168"/>
          </a:xfrm>
          <a:prstGeom prst="rect">
            <a:avLst/>
          </a:prstGeom>
          <a:solidFill>
            <a:srgbClr val="865DF5"/>
          </a:solidFill>
          <a:ln w="12700">
            <a:solidFill>
              <a:srgbClr val="865D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5975" y="6656832"/>
            <a:ext cx="212339" cy="201168"/>
          </a:xfrm>
          <a:prstGeom prst="rect">
            <a:avLst/>
          </a:prstGeom>
          <a:solidFill>
            <a:srgbClr val="845DF5"/>
          </a:solidFill>
          <a:ln w="12700">
            <a:solidFill>
              <a:srgbClr val="845D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19170" y="6656832"/>
            <a:ext cx="212339" cy="201168"/>
          </a:xfrm>
          <a:prstGeom prst="rect">
            <a:avLst/>
          </a:prstGeom>
          <a:solidFill>
            <a:srgbClr val="835DF5"/>
          </a:solidFill>
          <a:ln w="12700">
            <a:solidFill>
              <a:srgbClr val="835D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22364" y="6656832"/>
            <a:ext cx="212339" cy="201168"/>
          </a:xfrm>
          <a:prstGeom prst="rect">
            <a:avLst/>
          </a:prstGeom>
          <a:solidFill>
            <a:srgbClr val="825EF5"/>
          </a:solidFill>
          <a:ln w="12700">
            <a:solidFill>
              <a:srgbClr val="825E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25559" y="6656832"/>
            <a:ext cx="212339" cy="201168"/>
          </a:xfrm>
          <a:prstGeom prst="rect">
            <a:avLst/>
          </a:prstGeom>
          <a:solidFill>
            <a:srgbClr val="805EF5"/>
          </a:solidFill>
          <a:ln w="12700">
            <a:solidFill>
              <a:srgbClr val="805E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754" y="6656832"/>
            <a:ext cx="212339" cy="201168"/>
          </a:xfrm>
          <a:prstGeom prst="rect">
            <a:avLst/>
          </a:prstGeom>
          <a:solidFill>
            <a:srgbClr val="7F5EF4"/>
          </a:solidFill>
          <a:ln w="12700">
            <a:solidFill>
              <a:srgbClr val="7F5E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31949" y="6656832"/>
            <a:ext cx="212339" cy="201168"/>
          </a:xfrm>
          <a:prstGeom prst="rect">
            <a:avLst/>
          </a:prstGeom>
          <a:solidFill>
            <a:srgbClr val="7D5EF4"/>
          </a:solidFill>
          <a:ln w="12700">
            <a:solidFill>
              <a:srgbClr val="7D5E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35144" y="6656832"/>
            <a:ext cx="212339" cy="201168"/>
          </a:xfrm>
          <a:prstGeom prst="rect">
            <a:avLst/>
          </a:prstGeom>
          <a:solidFill>
            <a:srgbClr val="7C5FF4"/>
          </a:solidFill>
          <a:ln w="12700">
            <a:solidFill>
              <a:srgbClr val="7C5F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38339" y="6656832"/>
            <a:ext cx="212339" cy="201168"/>
          </a:xfrm>
          <a:prstGeom prst="rect">
            <a:avLst/>
          </a:prstGeom>
          <a:solidFill>
            <a:srgbClr val="7B5FF4"/>
          </a:solidFill>
          <a:ln w="12700">
            <a:solidFill>
              <a:srgbClr val="7B5F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41534" y="6656832"/>
            <a:ext cx="212339" cy="201168"/>
          </a:xfrm>
          <a:prstGeom prst="rect">
            <a:avLst/>
          </a:prstGeom>
          <a:solidFill>
            <a:srgbClr val="795FF4"/>
          </a:solidFill>
          <a:ln w="12700">
            <a:solidFill>
              <a:srgbClr val="795F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44729" y="6656832"/>
            <a:ext cx="212339" cy="201168"/>
          </a:xfrm>
          <a:prstGeom prst="rect">
            <a:avLst/>
          </a:prstGeom>
          <a:solidFill>
            <a:srgbClr val="785FF4"/>
          </a:solidFill>
          <a:ln w="12700">
            <a:solidFill>
              <a:srgbClr val="785F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47924" y="6656832"/>
            <a:ext cx="212339" cy="201168"/>
          </a:xfrm>
          <a:prstGeom prst="rect">
            <a:avLst/>
          </a:prstGeom>
          <a:solidFill>
            <a:srgbClr val="7760F3"/>
          </a:solidFill>
          <a:ln w="12700">
            <a:solidFill>
              <a:srgbClr val="7760F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51119" y="6656832"/>
            <a:ext cx="212339" cy="201168"/>
          </a:xfrm>
          <a:prstGeom prst="rect">
            <a:avLst/>
          </a:prstGeom>
          <a:solidFill>
            <a:srgbClr val="7560F3"/>
          </a:solidFill>
          <a:ln w="12700">
            <a:solidFill>
              <a:srgbClr val="7560F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54314" y="6656832"/>
            <a:ext cx="212339" cy="201168"/>
          </a:xfrm>
          <a:prstGeom prst="rect">
            <a:avLst/>
          </a:prstGeom>
          <a:solidFill>
            <a:srgbClr val="7460F3"/>
          </a:solidFill>
          <a:ln w="12700">
            <a:solidFill>
              <a:srgbClr val="7460F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509" y="6656832"/>
            <a:ext cx="212339" cy="201168"/>
          </a:xfrm>
          <a:prstGeom prst="rect">
            <a:avLst/>
          </a:prstGeom>
          <a:solidFill>
            <a:srgbClr val="7360F3"/>
          </a:solidFill>
          <a:ln w="12700">
            <a:solidFill>
              <a:srgbClr val="7360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60703" y="6656832"/>
            <a:ext cx="212339" cy="201168"/>
          </a:xfrm>
          <a:prstGeom prst="rect">
            <a:avLst/>
          </a:prstGeom>
          <a:solidFill>
            <a:srgbClr val="7161F3"/>
          </a:solidFill>
          <a:ln w="12700">
            <a:solidFill>
              <a:srgbClr val="7161F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63898" y="6656832"/>
            <a:ext cx="212339" cy="201168"/>
          </a:xfrm>
          <a:prstGeom prst="rect">
            <a:avLst/>
          </a:prstGeom>
          <a:solidFill>
            <a:srgbClr val="7061F3"/>
          </a:solidFill>
          <a:ln w="12700">
            <a:solidFill>
              <a:srgbClr val="7061F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67093" y="6656832"/>
            <a:ext cx="212339" cy="201168"/>
          </a:xfrm>
          <a:prstGeom prst="rect">
            <a:avLst/>
          </a:prstGeom>
          <a:solidFill>
            <a:srgbClr val="6F61F2"/>
          </a:solidFill>
          <a:ln w="12700">
            <a:solidFill>
              <a:srgbClr val="6F61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70288" y="6656832"/>
            <a:ext cx="212339" cy="201168"/>
          </a:xfrm>
          <a:prstGeom prst="rect">
            <a:avLst/>
          </a:prstGeom>
          <a:solidFill>
            <a:srgbClr val="6D61F2"/>
          </a:solidFill>
          <a:ln w="12700">
            <a:solidFill>
              <a:srgbClr val="6D61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73483" y="6656832"/>
            <a:ext cx="212339" cy="201168"/>
          </a:xfrm>
          <a:prstGeom prst="rect">
            <a:avLst/>
          </a:prstGeom>
          <a:solidFill>
            <a:srgbClr val="6C61F2"/>
          </a:solidFill>
          <a:ln w="12700">
            <a:solidFill>
              <a:srgbClr val="6C61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76678" y="6656832"/>
            <a:ext cx="212339" cy="201168"/>
          </a:xfrm>
          <a:prstGeom prst="rect">
            <a:avLst/>
          </a:prstGeom>
          <a:solidFill>
            <a:srgbClr val="6A62F2"/>
          </a:solidFill>
          <a:ln w="12700">
            <a:solidFill>
              <a:srgbClr val="6A62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79873" y="6656832"/>
            <a:ext cx="212339" cy="201168"/>
          </a:xfrm>
          <a:prstGeom prst="rect">
            <a:avLst/>
          </a:prstGeom>
          <a:solidFill>
            <a:srgbClr val="6962F2"/>
          </a:solidFill>
          <a:ln w="12700">
            <a:solidFill>
              <a:srgbClr val="6962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83068" y="6656832"/>
            <a:ext cx="212339" cy="201168"/>
          </a:xfrm>
          <a:prstGeom prst="rect">
            <a:avLst/>
          </a:prstGeom>
          <a:solidFill>
            <a:srgbClr val="6862F2"/>
          </a:solidFill>
          <a:ln w="12700">
            <a:solidFill>
              <a:srgbClr val="6862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263" y="6656832"/>
            <a:ext cx="212339" cy="201168"/>
          </a:xfrm>
          <a:prstGeom prst="rect">
            <a:avLst/>
          </a:prstGeom>
          <a:solidFill>
            <a:srgbClr val="6662F1"/>
          </a:solidFill>
          <a:ln w="12700">
            <a:solidFill>
              <a:srgbClr val="6662F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89458" y="6656832"/>
            <a:ext cx="212339" cy="201168"/>
          </a:xfrm>
          <a:prstGeom prst="rect">
            <a:avLst/>
          </a:prstGeom>
          <a:solidFill>
            <a:srgbClr val="6563F1"/>
          </a:solidFill>
          <a:ln w="12700">
            <a:solidFill>
              <a:srgbClr val="6563F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92653" y="6656832"/>
            <a:ext cx="212339" cy="201168"/>
          </a:xfrm>
          <a:prstGeom prst="rect">
            <a:avLst/>
          </a:prstGeom>
          <a:solidFill>
            <a:srgbClr val="6463F1"/>
          </a:solidFill>
          <a:ln w="12700">
            <a:solidFill>
              <a:srgbClr val="6463F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95848" y="6656832"/>
            <a:ext cx="212339" cy="201168"/>
          </a:xfrm>
          <a:prstGeom prst="rect">
            <a:avLst/>
          </a:prstGeom>
          <a:solidFill>
            <a:srgbClr val="6164F1"/>
          </a:solidFill>
          <a:ln w="12700">
            <a:solidFill>
              <a:srgbClr val="6164F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99043" y="6656832"/>
            <a:ext cx="212339" cy="201168"/>
          </a:xfrm>
          <a:prstGeom prst="rect">
            <a:avLst/>
          </a:prstGeom>
          <a:solidFill>
            <a:srgbClr val="5E67F0"/>
          </a:solidFill>
          <a:ln w="12700">
            <a:solidFill>
              <a:srgbClr val="5E67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02237" y="6656832"/>
            <a:ext cx="212339" cy="201168"/>
          </a:xfrm>
          <a:prstGeom prst="rect">
            <a:avLst/>
          </a:prstGeom>
          <a:solidFill>
            <a:srgbClr val="5B6AEF"/>
          </a:solidFill>
          <a:ln w="12700">
            <a:solidFill>
              <a:srgbClr val="5B6AE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05432" y="6656832"/>
            <a:ext cx="212339" cy="201168"/>
          </a:xfrm>
          <a:prstGeom prst="rect">
            <a:avLst/>
          </a:prstGeom>
          <a:solidFill>
            <a:srgbClr val="586DEE"/>
          </a:solidFill>
          <a:ln w="12700">
            <a:solidFill>
              <a:srgbClr val="586D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08627" y="6656832"/>
            <a:ext cx="212339" cy="201168"/>
          </a:xfrm>
          <a:prstGeom prst="rect">
            <a:avLst/>
          </a:prstGeom>
          <a:solidFill>
            <a:srgbClr val="5570ED"/>
          </a:solidFill>
          <a:ln w="12700">
            <a:solidFill>
              <a:srgbClr val="5570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11822" y="6656832"/>
            <a:ext cx="212339" cy="201168"/>
          </a:xfrm>
          <a:prstGeom prst="rect">
            <a:avLst/>
          </a:prstGeom>
          <a:solidFill>
            <a:srgbClr val="5272EC"/>
          </a:solidFill>
          <a:ln w="12700">
            <a:solidFill>
              <a:srgbClr val="5272E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15017" y="6656832"/>
            <a:ext cx="212339" cy="201168"/>
          </a:xfrm>
          <a:prstGeom prst="rect">
            <a:avLst/>
          </a:prstGeom>
          <a:solidFill>
            <a:srgbClr val="4F75EB"/>
          </a:solidFill>
          <a:ln w="12700">
            <a:solidFill>
              <a:srgbClr val="4F75E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18212" y="6656832"/>
            <a:ext cx="212339" cy="201168"/>
          </a:xfrm>
          <a:prstGeom prst="rect">
            <a:avLst/>
          </a:prstGeom>
          <a:solidFill>
            <a:srgbClr val="4B78EA"/>
          </a:solidFill>
          <a:ln w="12700">
            <a:solidFill>
              <a:srgbClr val="4B78E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21407" y="6656832"/>
            <a:ext cx="212339" cy="201168"/>
          </a:xfrm>
          <a:prstGeom prst="rect">
            <a:avLst/>
          </a:prstGeom>
          <a:solidFill>
            <a:srgbClr val="487BE9"/>
          </a:solidFill>
          <a:ln w="12700">
            <a:solidFill>
              <a:srgbClr val="487BE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24602" y="6656832"/>
            <a:ext cx="212339" cy="201168"/>
          </a:xfrm>
          <a:prstGeom prst="rect">
            <a:avLst/>
          </a:prstGeom>
          <a:solidFill>
            <a:srgbClr val="457EE8"/>
          </a:solidFill>
          <a:ln w="12700">
            <a:solidFill>
              <a:srgbClr val="457E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27797" y="6656832"/>
            <a:ext cx="212339" cy="201168"/>
          </a:xfrm>
          <a:prstGeom prst="rect">
            <a:avLst/>
          </a:prstGeom>
          <a:solidFill>
            <a:srgbClr val="4281E7"/>
          </a:solidFill>
          <a:ln w="12700">
            <a:solidFill>
              <a:srgbClr val="4281E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330992" y="6656832"/>
            <a:ext cx="212339" cy="201168"/>
          </a:xfrm>
          <a:prstGeom prst="rect">
            <a:avLst/>
          </a:prstGeom>
          <a:solidFill>
            <a:srgbClr val="3F83E6"/>
          </a:solidFill>
          <a:ln w="12700">
            <a:solidFill>
              <a:srgbClr val="3F83E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34187" y="6656832"/>
            <a:ext cx="212339" cy="201168"/>
          </a:xfrm>
          <a:prstGeom prst="rect">
            <a:avLst/>
          </a:prstGeom>
          <a:solidFill>
            <a:srgbClr val="3C86E5"/>
          </a:solidFill>
          <a:ln w="12700">
            <a:solidFill>
              <a:srgbClr val="3C86E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737382" y="6656832"/>
            <a:ext cx="212339" cy="201168"/>
          </a:xfrm>
          <a:prstGeom prst="rect">
            <a:avLst/>
          </a:prstGeom>
          <a:solidFill>
            <a:srgbClr val="3889E4"/>
          </a:solidFill>
          <a:ln w="12700">
            <a:solidFill>
              <a:srgbClr val="3889E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940576" y="6656832"/>
            <a:ext cx="212339" cy="201168"/>
          </a:xfrm>
          <a:prstGeom prst="rect">
            <a:avLst/>
          </a:prstGeom>
          <a:solidFill>
            <a:srgbClr val="358CE3"/>
          </a:solidFill>
          <a:ln w="12700">
            <a:solidFill>
              <a:srgbClr val="358CE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43771" y="6656832"/>
            <a:ext cx="212339" cy="201168"/>
          </a:xfrm>
          <a:prstGeom prst="rect">
            <a:avLst/>
          </a:prstGeom>
          <a:solidFill>
            <a:srgbClr val="328FE2"/>
          </a:solidFill>
          <a:ln w="12700">
            <a:solidFill>
              <a:srgbClr val="328FE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346966" y="6656832"/>
            <a:ext cx="212339" cy="201168"/>
          </a:xfrm>
          <a:prstGeom prst="rect">
            <a:avLst/>
          </a:prstGeom>
          <a:solidFill>
            <a:srgbClr val="2F91E1"/>
          </a:solidFill>
          <a:ln w="12700">
            <a:solidFill>
              <a:srgbClr val="2F91E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550161" y="6656832"/>
            <a:ext cx="212339" cy="201168"/>
          </a:xfrm>
          <a:prstGeom prst="rect">
            <a:avLst/>
          </a:prstGeom>
          <a:solidFill>
            <a:srgbClr val="2C94E0"/>
          </a:solidFill>
          <a:ln w="12700">
            <a:solidFill>
              <a:srgbClr val="2C94E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753356" y="6656832"/>
            <a:ext cx="212339" cy="201168"/>
          </a:xfrm>
          <a:prstGeom prst="rect">
            <a:avLst/>
          </a:prstGeom>
          <a:solidFill>
            <a:srgbClr val="2997DF"/>
          </a:solidFill>
          <a:ln w="12700">
            <a:solidFill>
              <a:srgbClr val="2997D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956551" y="6656832"/>
            <a:ext cx="212339" cy="201168"/>
          </a:xfrm>
          <a:prstGeom prst="rect">
            <a:avLst/>
          </a:prstGeom>
          <a:solidFill>
            <a:srgbClr val="269ADE"/>
          </a:solidFill>
          <a:ln w="12700">
            <a:solidFill>
              <a:srgbClr val="269AD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159746" y="6656832"/>
            <a:ext cx="212339" cy="201168"/>
          </a:xfrm>
          <a:prstGeom prst="rect">
            <a:avLst/>
          </a:prstGeom>
          <a:solidFill>
            <a:srgbClr val="229DDD"/>
          </a:solidFill>
          <a:ln w="12700">
            <a:solidFill>
              <a:srgbClr val="229DD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362941" y="6656832"/>
            <a:ext cx="212339" cy="201168"/>
          </a:xfrm>
          <a:prstGeom prst="rect">
            <a:avLst/>
          </a:prstGeom>
          <a:solidFill>
            <a:srgbClr val="1F9FDC"/>
          </a:solidFill>
          <a:ln w="12700">
            <a:solidFill>
              <a:srgbClr val="1F9FD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566136" y="6656832"/>
            <a:ext cx="212339" cy="201168"/>
          </a:xfrm>
          <a:prstGeom prst="rect">
            <a:avLst/>
          </a:prstGeom>
          <a:solidFill>
            <a:srgbClr val="1CA2DB"/>
          </a:solidFill>
          <a:ln w="12700">
            <a:solidFill>
              <a:srgbClr val="1CA2D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769331" y="6656832"/>
            <a:ext cx="212339" cy="201168"/>
          </a:xfrm>
          <a:prstGeom prst="rect">
            <a:avLst/>
          </a:prstGeom>
          <a:solidFill>
            <a:srgbClr val="19A5DA"/>
          </a:solidFill>
          <a:ln w="12700">
            <a:solidFill>
              <a:srgbClr val="19A5D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972526" y="6656832"/>
            <a:ext cx="212339" cy="201168"/>
          </a:xfrm>
          <a:prstGeom prst="rect">
            <a:avLst/>
          </a:prstGeom>
          <a:solidFill>
            <a:srgbClr val="16A8D9"/>
          </a:solidFill>
          <a:ln w="12700">
            <a:solidFill>
              <a:srgbClr val="16A8D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175721" y="6656832"/>
            <a:ext cx="212339" cy="201168"/>
          </a:xfrm>
          <a:prstGeom prst="rect">
            <a:avLst/>
          </a:prstGeom>
          <a:solidFill>
            <a:srgbClr val="13ABD8"/>
          </a:solidFill>
          <a:ln w="12700">
            <a:solidFill>
              <a:srgbClr val="13ABD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378916" y="6656832"/>
            <a:ext cx="212339" cy="201168"/>
          </a:xfrm>
          <a:prstGeom prst="rect">
            <a:avLst/>
          </a:prstGeom>
          <a:solidFill>
            <a:srgbClr val="0FAED7"/>
          </a:solidFill>
          <a:ln w="12700">
            <a:solidFill>
              <a:srgbClr val="0FAED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82110" y="6656832"/>
            <a:ext cx="212339" cy="201168"/>
          </a:xfrm>
          <a:prstGeom prst="rect">
            <a:avLst/>
          </a:prstGeom>
          <a:solidFill>
            <a:srgbClr val="0CB0D6"/>
          </a:solidFill>
          <a:ln w="12700">
            <a:solidFill>
              <a:srgbClr val="0CB0D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785305" y="6656832"/>
            <a:ext cx="212339" cy="201168"/>
          </a:xfrm>
          <a:prstGeom prst="rect">
            <a:avLst/>
          </a:prstGeom>
          <a:solidFill>
            <a:srgbClr val="09B3D5"/>
          </a:solidFill>
          <a:ln w="12700">
            <a:solidFill>
              <a:srgbClr val="09B3D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988500" y="6656832"/>
            <a:ext cx="212339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89549FA-8CEA-8CBA-3323-228900BD669D}"/>
              </a:ext>
            </a:extLst>
          </p:cNvPr>
          <p:cNvSpPr txBox="1"/>
          <p:nvPr/>
        </p:nvSpPr>
        <p:spPr>
          <a:xfrm>
            <a:off x="691888" y="5163875"/>
            <a:ext cx="13516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kern="0" spc="200" dirty="0">
                <a:solidFill>
                  <a:srgbClr val="6366F1"/>
                </a:solidFill>
              </a:rPr>
              <a:t>TEAM Member</a:t>
            </a:r>
            <a:endParaRPr lang="en-US" sz="11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D476347-2D32-C8B9-68D9-651D41BA559B}"/>
              </a:ext>
            </a:extLst>
          </p:cNvPr>
          <p:cNvSpPr txBox="1"/>
          <p:nvPr/>
        </p:nvSpPr>
        <p:spPr>
          <a:xfrm>
            <a:off x="668824" y="5361125"/>
            <a:ext cx="1419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1B1B2E"/>
                </a:solidFill>
              </a:rPr>
              <a:t>Mahi Kumari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 |  H2S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082735" y="54864"/>
            <a:ext cx="2743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E9E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INDIA.RUNS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93408"/>
            <a:ext cx="212339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3195" y="6693408"/>
            <a:ext cx="212339" cy="164592"/>
          </a:xfrm>
          <a:prstGeom prst="rect">
            <a:avLst/>
          </a:prstGeom>
          <a:solidFill>
            <a:srgbClr val="8A5CF6"/>
          </a:solidFill>
          <a:ln w="12700">
            <a:solidFill>
              <a:srgbClr val="8A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6390" y="6693408"/>
            <a:ext cx="212339" cy="164592"/>
          </a:xfrm>
          <a:prstGeom prst="rect">
            <a:avLst/>
          </a:prstGeom>
          <a:solidFill>
            <a:srgbClr val="885CF6"/>
          </a:solidFill>
          <a:ln w="12700">
            <a:solidFill>
              <a:srgbClr val="88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585" y="6693408"/>
            <a:ext cx="212339" cy="164592"/>
          </a:xfrm>
          <a:prstGeom prst="rect">
            <a:avLst/>
          </a:prstGeom>
          <a:solidFill>
            <a:srgbClr val="875DF5"/>
          </a:solidFill>
          <a:ln w="12700">
            <a:solidFill>
              <a:srgbClr val="875D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780" y="6693408"/>
            <a:ext cx="212339" cy="164592"/>
          </a:xfrm>
          <a:prstGeom prst="rect">
            <a:avLst/>
          </a:prstGeom>
          <a:solidFill>
            <a:srgbClr val="865DF5"/>
          </a:solidFill>
          <a:ln w="12700">
            <a:solidFill>
              <a:srgbClr val="865D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5975" y="6693408"/>
            <a:ext cx="212339" cy="164592"/>
          </a:xfrm>
          <a:prstGeom prst="rect">
            <a:avLst/>
          </a:prstGeom>
          <a:solidFill>
            <a:srgbClr val="845DF5"/>
          </a:solidFill>
          <a:ln w="12700">
            <a:solidFill>
              <a:srgbClr val="845D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9170" y="6693408"/>
            <a:ext cx="212339" cy="164592"/>
          </a:xfrm>
          <a:prstGeom prst="rect">
            <a:avLst/>
          </a:prstGeom>
          <a:solidFill>
            <a:srgbClr val="835DF5"/>
          </a:solidFill>
          <a:ln w="12700">
            <a:solidFill>
              <a:srgbClr val="835D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22364" y="6693408"/>
            <a:ext cx="212339" cy="164592"/>
          </a:xfrm>
          <a:prstGeom prst="rect">
            <a:avLst/>
          </a:prstGeom>
          <a:solidFill>
            <a:srgbClr val="825EF5"/>
          </a:solidFill>
          <a:ln w="12700">
            <a:solidFill>
              <a:srgbClr val="825E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25559" y="6693408"/>
            <a:ext cx="212339" cy="164592"/>
          </a:xfrm>
          <a:prstGeom prst="rect">
            <a:avLst/>
          </a:prstGeom>
          <a:solidFill>
            <a:srgbClr val="805EF5"/>
          </a:solidFill>
          <a:ln w="12700">
            <a:solidFill>
              <a:srgbClr val="805E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754" y="6693408"/>
            <a:ext cx="212339" cy="164592"/>
          </a:xfrm>
          <a:prstGeom prst="rect">
            <a:avLst/>
          </a:prstGeom>
          <a:solidFill>
            <a:srgbClr val="7F5EF4"/>
          </a:solidFill>
          <a:ln w="12700">
            <a:solidFill>
              <a:srgbClr val="7F5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31949" y="6693408"/>
            <a:ext cx="212339" cy="164592"/>
          </a:xfrm>
          <a:prstGeom prst="rect">
            <a:avLst/>
          </a:prstGeom>
          <a:solidFill>
            <a:srgbClr val="7D5EF4"/>
          </a:solidFill>
          <a:ln w="12700">
            <a:solidFill>
              <a:srgbClr val="7D5E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35144" y="6693408"/>
            <a:ext cx="212339" cy="164592"/>
          </a:xfrm>
          <a:prstGeom prst="rect">
            <a:avLst/>
          </a:prstGeom>
          <a:solidFill>
            <a:srgbClr val="7C5FF4"/>
          </a:solidFill>
          <a:ln w="12700">
            <a:solidFill>
              <a:srgbClr val="7C5F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38339" y="6693408"/>
            <a:ext cx="212339" cy="164592"/>
          </a:xfrm>
          <a:prstGeom prst="rect">
            <a:avLst/>
          </a:prstGeom>
          <a:solidFill>
            <a:srgbClr val="7B5FF4"/>
          </a:solidFill>
          <a:ln w="12700">
            <a:solidFill>
              <a:srgbClr val="7B5F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41534" y="6693408"/>
            <a:ext cx="212339" cy="164592"/>
          </a:xfrm>
          <a:prstGeom prst="rect">
            <a:avLst/>
          </a:prstGeom>
          <a:solidFill>
            <a:srgbClr val="795FF4"/>
          </a:solidFill>
          <a:ln w="12700">
            <a:solidFill>
              <a:srgbClr val="795F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44729" y="6693408"/>
            <a:ext cx="212339" cy="164592"/>
          </a:xfrm>
          <a:prstGeom prst="rect">
            <a:avLst/>
          </a:prstGeom>
          <a:solidFill>
            <a:srgbClr val="785FF4"/>
          </a:solidFill>
          <a:ln w="12700">
            <a:solidFill>
              <a:srgbClr val="785F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47924" y="6693408"/>
            <a:ext cx="212339" cy="164592"/>
          </a:xfrm>
          <a:prstGeom prst="rect">
            <a:avLst/>
          </a:prstGeom>
          <a:solidFill>
            <a:srgbClr val="7760F3"/>
          </a:solidFill>
          <a:ln w="12700">
            <a:solidFill>
              <a:srgbClr val="7760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51119" y="6693408"/>
            <a:ext cx="212339" cy="164592"/>
          </a:xfrm>
          <a:prstGeom prst="rect">
            <a:avLst/>
          </a:prstGeom>
          <a:solidFill>
            <a:srgbClr val="7560F3"/>
          </a:solidFill>
          <a:ln w="12700">
            <a:solidFill>
              <a:srgbClr val="756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54314" y="6693408"/>
            <a:ext cx="212339" cy="164592"/>
          </a:xfrm>
          <a:prstGeom prst="rect">
            <a:avLst/>
          </a:prstGeom>
          <a:solidFill>
            <a:srgbClr val="7460F3"/>
          </a:solidFill>
          <a:ln w="12700">
            <a:solidFill>
              <a:srgbClr val="7460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509" y="6693408"/>
            <a:ext cx="212339" cy="164592"/>
          </a:xfrm>
          <a:prstGeom prst="rect">
            <a:avLst/>
          </a:prstGeom>
          <a:solidFill>
            <a:srgbClr val="7360F3"/>
          </a:solidFill>
          <a:ln w="12700">
            <a:solidFill>
              <a:srgbClr val="7360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60703" y="6693408"/>
            <a:ext cx="212339" cy="164592"/>
          </a:xfrm>
          <a:prstGeom prst="rect">
            <a:avLst/>
          </a:prstGeom>
          <a:solidFill>
            <a:srgbClr val="7161F3"/>
          </a:solidFill>
          <a:ln w="12700">
            <a:solidFill>
              <a:srgbClr val="7161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3898" y="6693408"/>
            <a:ext cx="212339" cy="164592"/>
          </a:xfrm>
          <a:prstGeom prst="rect">
            <a:avLst/>
          </a:prstGeom>
          <a:solidFill>
            <a:srgbClr val="7061F3"/>
          </a:solidFill>
          <a:ln w="12700">
            <a:solidFill>
              <a:srgbClr val="7061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67093" y="6693408"/>
            <a:ext cx="212339" cy="164592"/>
          </a:xfrm>
          <a:prstGeom prst="rect">
            <a:avLst/>
          </a:prstGeom>
          <a:solidFill>
            <a:srgbClr val="6F61F2"/>
          </a:solidFill>
          <a:ln w="12700">
            <a:solidFill>
              <a:srgbClr val="6F61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70288" y="6693408"/>
            <a:ext cx="212339" cy="164592"/>
          </a:xfrm>
          <a:prstGeom prst="rect">
            <a:avLst/>
          </a:prstGeom>
          <a:solidFill>
            <a:srgbClr val="6D61F2"/>
          </a:solidFill>
          <a:ln w="12700">
            <a:solidFill>
              <a:srgbClr val="6D61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73483" y="6693408"/>
            <a:ext cx="212339" cy="164592"/>
          </a:xfrm>
          <a:prstGeom prst="rect">
            <a:avLst/>
          </a:prstGeom>
          <a:solidFill>
            <a:srgbClr val="6C61F2"/>
          </a:solidFill>
          <a:ln w="12700">
            <a:solidFill>
              <a:srgbClr val="6C61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76678" y="6693408"/>
            <a:ext cx="212339" cy="164592"/>
          </a:xfrm>
          <a:prstGeom prst="rect">
            <a:avLst/>
          </a:prstGeom>
          <a:solidFill>
            <a:srgbClr val="6A62F2"/>
          </a:solidFill>
          <a:ln w="12700">
            <a:solidFill>
              <a:srgbClr val="6A6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79873" y="6693408"/>
            <a:ext cx="212339" cy="164592"/>
          </a:xfrm>
          <a:prstGeom prst="rect">
            <a:avLst/>
          </a:prstGeom>
          <a:solidFill>
            <a:srgbClr val="6962F2"/>
          </a:solidFill>
          <a:ln w="12700">
            <a:solidFill>
              <a:srgbClr val="6962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83068" y="6693408"/>
            <a:ext cx="212339" cy="164592"/>
          </a:xfrm>
          <a:prstGeom prst="rect">
            <a:avLst/>
          </a:prstGeom>
          <a:solidFill>
            <a:srgbClr val="6862F2"/>
          </a:solidFill>
          <a:ln w="12700">
            <a:solidFill>
              <a:srgbClr val="6862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263" y="6693408"/>
            <a:ext cx="212339" cy="164592"/>
          </a:xfrm>
          <a:prstGeom prst="rect">
            <a:avLst/>
          </a:prstGeom>
          <a:solidFill>
            <a:srgbClr val="6662F1"/>
          </a:solidFill>
          <a:ln w="12700">
            <a:solidFill>
              <a:srgbClr val="6662F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89458" y="6693408"/>
            <a:ext cx="212339" cy="164592"/>
          </a:xfrm>
          <a:prstGeom prst="rect">
            <a:avLst/>
          </a:prstGeom>
          <a:solidFill>
            <a:srgbClr val="6563F1"/>
          </a:solidFill>
          <a:ln w="12700">
            <a:solidFill>
              <a:srgbClr val="6563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2653" y="6693408"/>
            <a:ext cx="212339" cy="164592"/>
          </a:xfrm>
          <a:prstGeom prst="rect">
            <a:avLst/>
          </a:prstGeom>
          <a:solidFill>
            <a:srgbClr val="6463F1"/>
          </a:solidFill>
          <a:ln w="12700">
            <a:solidFill>
              <a:srgbClr val="6463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95848" y="6693408"/>
            <a:ext cx="212339" cy="164592"/>
          </a:xfrm>
          <a:prstGeom prst="rect">
            <a:avLst/>
          </a:prstGeom>
          <a:solidFill>
            <a:srgbClr val="6164F1"/>
          </a:solidFill>
          <a:ln w="12700">
            <a:solidFill>
              <a:srgbClr val="6164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99043" y="6693408"/>
            <a:ext cx="212339" cy="164592"/>
          </a:xfrm>
          <a:prstGeom prst="rect">
            <a:avLst/>
          </a:prstGeom>
          <a:solidFill>
            <a:srgbClr val="5E67F0"/>
          </a:solidFill>
          <a:ln w="12700">
            <a:solidFill>
              <a:srgbClr val="5E6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02237" y="6693408"/>
            <a:ext cx="212339" cy="164592"/>
          </a:xfrm>
          <a:prstGeom prst="rect">
            <a:avLst/>
          </a:prstGeom>
          <a:solidFill>
            <a:srgbClr val="5B6AEF"/>
          </a:solidFill>
          <a:ln w="12700">
            <a:solidFill>
              <a:srgbClr val="5B6A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05432" y="6693408"/>
            <a:ext cx="212339" cy="164592"/>
          </a:xfrm>
          <a:prstGeom prst="rect">
            <a:avLst/>
          </a:prstGeom>
          <a:solidFill>
            <a:srgbClr val="586DEE"/>
          </a:solidFill>
          <a:ln w="12700">
            <a:solidFill>
              <a:srgbClr val="586D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08627" y="6693408"/>
            <a:ext cx="212339" cy="164592"/>
          </a:xfrm>
          <a:prstGeom prst="rect">
            <a:avLst/>
          </a:prstGeom>
          <a:solidFill>
            <a:srgbClr val="5570ED"/>
          </a:solidFill>
          <a:ln w="12700">
            <a:solidFill>
              <a:srgbClr val="5570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11822" y="6693408"/>
            <a:ext cx="212339" cy="164592"/>
          </a:xfrm>
          <a:prstGeom prst="rect">
            <a:avLst/>
          </a:prstGeom>
          <a:solidFill>
            <a:srgbClr val="5272EC"/>
          </a:solidFill>
          <a:ln w="12700">
            <a:solidFill>
              <a:srgbClr val="5272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017" y="6693408"/>
            <a:ext cx="212339" cy="164592"/>
          </a:xfrm>
          <a:prstGeom prst="rect">
            <a:avLst/>
          </a:prstGeom>
          <a:solidFill>
            <a:srgbClr val="4F75EB"/>
          </a:solidFill>
          <a:ln w="12700">
            <a:solidFill>
              <a:srgbClr val="4F75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18212" y="6693408"/>
            <a:ext cx="212339" cy="164592"/>
          </a:xfrm>
          <a:prstGeom prst="rect">
            <a:avLst/>
          </a:prstGeom>
          <a:solidFill>
            <a:srgbClr val="4B78EA"/>
          </a:solidFill>
          <a:ln w="12700">
            <a:solidFill>
              <a:srgbClr val="4B78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21407" y="6693408"/>
            <a:ext cx="212339" cy="164592"/>
          </a:xfrm>
          <a:prstGeom prst="rect">
            <a:avLst/>
          </a:prstGeom>
          <a:solidFill>
            <a:srgbClr val="487BE9"/>
          </a:solidFill>
          <a:ln w="12700">
            <a:solidFill>
              <a:srgbClr val="487BE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24602" y="6693408"/>
            <a:ext cx="212339" cy="164592"/>
          </a:xfrm>
          <a:prstGeom prst="rect">
            <a:avLst/>
          </a:prstGeom>
          <a:solidFill>
            <a:srgbClr val="457EE8"/>
          </a:solidFill>
          <a:ln w="12700">
            <a:solidFill>
              <a:srgbClr val="457E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27797" y="6693408"/>
            <a:ext cx="212339" cy="164592"/>
          </a:xfrm>
          <a:prstGeom prst="rect">
            <a:avLst/>
          </a:prstGeom>
          <a:solidFill>
            <a:srgbClr val="4281E7"/>
          </a:solidFill>
          <a:ln w="12700">
            <a:solidFill>
              <a:srgbClr val="4281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30992" y="6693408"/>
            <a:ext cx="212339" cy="164592"/>
          </a:xfrm>
          <a:prstGeom prst="rect">
            <a:avLst/>
          </a:prstGeom>
          <a:solidFill>
            <a:srgbClr val="3F83E6"/>
          </a:solidFill>
          <a:ln w="12700">
            <a:solidFill>
              <a:srgbClr val="3F83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34187" y="6693408"/>
            <a:ext cx="212339" cy="164592"/>
          </a:xfrm>
          <a:prstGeom prst="rect">
            <a:avLst/>
          </a:prstGeom>
          <a:solidFill>
            <a:srgbClr val="3C86E5"/>
          </a:solidFill>
          <a:ln w="12700">
            <a:solidFill>
              <a:srgbClr val="3C86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37382" y="6693408"/>
            <a:ext cx="212339" cy="164592"/>
          </a:xfrm>
          <a:prstGeom prst="rect">
            <a:avLst/>
          </a:prstGeom>
          <a:solidFill>
            <a:srgbClr val="3889E4"/>
          </a:solidFill>
          <a:ln w="12700">
            <a:solidFill>
              <a:srgbClr val="3889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40576" y="6693408"/>
            <a:ext cx="212339" cy="164592"/>
          </a:xfrm>
          <a:prstGeom prst="rect">
            <a:avLst/>
          </a:prstGeom>
          <a:solidFill>
            <a:srgbClr val="358CE3"/>
          </a:solidFill>
          <a:ln w="12700">
            <a:solidFill>
              <a:srgbClr val="358C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3771" y="6693408"/>
            <a:ext cx="212339" cy="164592"/>
          </a:xfrm>
          <a:prstGeom prst="rect">
            <a:avLst/>
          </a:prstGeom>
          <a:solidFill>
            <a:srgbClr val="328FE2"/>
          </a:solidFill>
          <a:ln w="12700">
            <a:solidFill>
              <a:srgbClr val="328F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46966" y="6693408"/>
            <a:ext cx="212339" cy="164592"/>
          </a:xfrm>
          <a:prstGeom prst="rect">
            <a:avLst/>
          </a:prstGeom>
          <a:solidFill>
            <a:srgbClr val="2F91E1"/>
          </a:solidFill>
          <a:ln w="12700">
            <a:solidFill>
              <a:srgbClr val="2F91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50161" y="6693408"/>
            <a:ext cx="212339" cy="164592"/>
          </a:xfrm>
          <a:prstGeom prst="rect">
            <a:avLst/>
          </a:prstGeom>
          <a:solidFill>
            <a:srgbClr val="2C94E0"/>
          </a:solidFill>
          <a:ln w="12700">
            <a:solidFill>
              <a:srgbClr val="2C94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753356" y="6693408"/>
            <a:ext cx="212339" cy="164592"/>
          </a:xfrm>
          <a:prstGeom prst="rect">
            <a:avLst/>
          </a:prstGeom>
          <a:solidFill>
            <a:srgbClr val="2997DF"/>
          </a:solidFill>
          <a:ln w="12700">
            <a:solidFill>
              <a:srgbClr val="2997D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56551" y="6693408"/>
            <a:ext cx="212339" cy="164592"/>
          </a:xfrm>
          <a:prstGeom prst="rect">
            <a:avLst/>
          </a:prstGeom>
          <a:solidFill>
            <a:srgbClr val="269ADE"/>
          </a:solidFill>
          <a:ln w="12700">
            <a:solidFill>
              <a:srgbClr val="269AD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59746" y="6693408"/>
            <a:ext cx="212339" cy="164592"/>
          </a:xfrm>
          <a:prstGeom prst="rect">
            <a:avLst/>
          </a:prstGeom>
          <a:solidFill>
            <a:srgbClr val="229DDD"/>
          </a:solidFill>
          <a:ln w="12700">
            <a:solidFill>
              <a:srgbClr val="229DD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362941" y="6693408"/>
            <a:ext cx="212339" cy="164592"/>
          </a:xfrm>
          <a:prstGeom prst="rect">
            <a:avLst/>
          </a:prstGeom>
          <a:solidFill>
            <a:srgbClr val="1F9FDC"/>
          </a:solidFill>
          <a:ln w="12700">
            <a:solidFill>
              <a:srgbClr val="1F9FD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566136" y="6693408"/>
            <a:ext cx="212339" cy="164592"/>
          </a:xfrm>
          <a:prstGeom prst="rect">
            <a:avLst/>
          </a:prstGeom>
          <a:solidFill>
            <a:srgbClr val="1CA2DB"/>
          </a:solidFill>
          <a:ln w="12700">
            <a:solidFill>
              <a:srgbClr val="1CA2D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769331" y="6693408"/>
            <a:ext cx="212339" cy="164592"/>
          </a:xfrm>
          <a:prstGeom prst="rect">
            <a:avLst/>
          </a:prstGeom>
          <a:solidFill>
            <a:srgbClr val="19A5DA"/>
          </a:solidFill>
          <a:ln w="12700">
            <a:solidFill>
              <a:srgbClr val="19A5D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972526" y="6693408"/>
            <a:ext cx="212339" cy="164592"/>
          </a:xfrm>
          <a:prstGeom prst="rect">
            <a:avLst/>
          </a:prstGeom>
          <a:solidFill>
            <a:srgbClr val="16A8D9"/>
          </a:solidFill>
          <a:ln w="12700">
            <a:solidFill>
              <a:srgbClr val="16A8D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175721" y="6693408"/>
            <a:ext cx="212339" cy="164592"/>
          </a:xfrm>
          <a:prstGeom prst="rect">
            <a:avLst/>
          </a:prstGeom>
          <a:solidFill>
            <a:srgbClr val="13ABD8"/>
          </a:solidFill>
          <a:ln w="12700">
            <a:solidFill>
              <a:srgbClr val="13ABD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378916" y="6693408"/>
            <a:ext cx="212339" cy="164592"/>
          </a:xfrm>
          <a:prstGeom prst="rect">
            <a:avLst/>
          </a:prstGeom>
          <a:solidFill>
            <a:srgbClr val="0FAED7"/>
          </a:solidFill>
          <a:ln w="12700">
            <a:solidFill>
              <a:srgbClr val="0FAED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582110" y="6693408"/>
            <a:ext cx="212339" cy="164592"/>
          </a:xfrm>
          <a:prstGeom prst="rect">
            <a:avLst/>
          </a:prstGeom>
          <a:solidFill>
            <a:srgbClr val="0CB0D6"/>
          </a:solidFill>
          <a:ln w="12700">
            <a:solidFill>
              <a:srgbClr val="0CB0D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785305" y="6693408"/>
            <a:ext cx="212339" cy="164592"/>
          </a:xfrm>
          <a:prstGeom prst="rect">
            <a:avLst/>
          </a:prstGeom>
          <a:solidFill>
            <a:srgbClr val="09B3D5"/>
          </a:solidFill>
          <a:ln w="12700">
            <a:solidFill>
              <a:srgbClr val="09B3D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988500" y="6693408"/>
            <a:ext cx="212339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728655" y="64008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02 / 11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3200" dirty="0"/>
          </a:p>
        </p:txBody>
      </p:sp>
      <p:sp>
        <p:nvSpPr>
          <p:cNvPr id="67" name="Shape 65"/>
          <p:cNvSpPr/>
          <p:nvPr/>
        </p:nvSpPr>
        <p:spPr>
          <a:xfrm>
            <a:off x="548640" y="1463040"/>
            <a:ext cx="64008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6E"/>
                </a:solidFill>
              </a:rPr>
              <a:t>An AI-powered Student OS — counselor, planner, coach &amp; mentor in one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548640" y="2103120"/>
            <a:ext cx="5486400" cy="4206240"/>
          </a:xfrm>
          <a:prstGeom prst="roundRect">
            <a:avLst>
              <a:gd name="adj" fmla="val 3261"/>
            </a:avLst>
          </a:prstGeom>
          <a:solidFill>
            <a:srgbClr val="F8F8FC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77240" y="2240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366F1"/>
                </a:solidFill>
              </a:rPr>
              <a:t>WHAT IS CAREERCRAFT AI?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77240" y="2560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E"/>
                </a:solidFill>
              </a:rPr>
              <a:t>An AI-powered student operating system acting as: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777240" y="301752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4400" y="3218688"/>
            <a:ext cx="237744" cy="23774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234440" y="3017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B2E"/>
                </a:solidFill>
              </a:rPr>
              <a:t>Career Counselor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3383280" y="301752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20440" y="3218688"/>
            <a:ext cx="237744" cy="23774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840480" y="3017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B2E"/>
                </a:solidFill>
              </a:rPr>
              <a:t>Future Planner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777240" y="37947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14400" y="399592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234440" y="3794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B2E"/>
                </a:solidFill>
              </a:rPr>
              <a:t>Placement Coach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3383280" y="37947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EC489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520440" y="3995928"/>
            <a:ext cx="237744" cy="23774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840480" y="3794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B2E"/>
                </a:solidFill>
              </a:rPr>
              <a:t>Skill Development Mentor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77240" y="4754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6E"/>
                </a:solidFill>
              </a:rPr>
              <a:t>Creates a personalized Student DNA profile and guides every step of the academic journey.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6263640" y="2103120"/>
            <a:ext cx="5394960" cy="4206240"/>
          </a:xfrm>
          <a:prstGeom prst="roundRect">
            <a:avLst>
              <a:gd name="adj" fmla="val 3261"/>
            </a:avLst>
          </a:prstGeom>
          <a:solidFill>
            <a:srgbClr val="0E0E1A"/>
          </a:solidFill>
          <a:ln w="12700">
            <a:solidFill>
              <a:srgbClr val="0E0E1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492240" y="2240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5B4FC"/>
                </a:solidFill>
              </a:rPr>
              <a:t>WHAT MAKES IT DIFFERENT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649224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5A5"/>
                </a:solidFill>
              </a:rPr>
              <a:t>Traditional Platforms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909828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E7B7"/>
                </a:solidFill>
              </a:rPr>
              <a:t>CareerCraft AI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649224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6F0"/>
                </a:solidFill>
              </a:rPr>
              <a:t>✕  Generic advice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6492240" y="3474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6F0"/>
                </a:solidFill>
              </a:rPr>
              <a:t>✕  Static career recommendations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649224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6F0"/>
                </a:solidFill>
              </a:rPr>
              <a:t>✕  One-size-fits-all roadmaps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909828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6F0"/>
                </a:solidFill>
              </a:rPr>
              <a:t>✓  Personalized AI recommendations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9098280" y="3474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6F0"/>
                </a:solidFill>
              </a:rPr>
              <a:t>✓  Future career simulations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909828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6F0"/>
                </a:solidFill>
              </a:rPr>
              <a:t>✓  Placement readiness prediction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909828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6F0"/>
                </a:solidFill>
              </a:rPr>
              <a:t>✓  Dynamic learning roadmaps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 |  H2S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082735" y="54864"/>
            <a:ext cx="2743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E9E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INDIA.RUNS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93408"/>
            <a:ext cx="212339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3195" y="6693408"/>
            <a:ext cx="212339" cy="164592"/>
          </a:xfrm>
          <a:prstGeom prst="rect">
            <a:avLst/>
          </a:prstGeom>
          <a:solidFill>
            <a:srgbClr val="8A5CF6"/>
          </a:solidFill>
          <a:ln w="12700">
            <a:solidFill>
              <a:srgbClr val="8A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6390" y="6693408"/>
            <a:ext cx="212339" cy="164592"/>
          </a:xfrm>
          <a:prstGeom prst="rect">
            <a:avLst/>
          </a:prstGeom>
          <a:solidFill>
            <a:srgbClr val="885CF6"/>
          </a:solidFill>
          <a:ln w="12700">
            <a:solidFill>
              <a:srgbClr val="88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585" y="6693408"/>
            <a:ext cx="212339" cy="164592"/>
          </a:xfrm>
          <a:prstGeom prst="rect">
            <a:avLst/>
          </a:prstGeom>
          <a:solidFill>
            <a:srgbClr val="875DF5"/>
          </a:solidFill>
          <a:ln w="12700">
            <a:solidFill>
              <a:srgbClr val="875D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780" y="6693408"/>
            <a:ext cx="212339" cy="164592"/>
          </a:xfrm>
          <a:prstGeom prst="rect">
            <a:avLst/>
          </a:prstGeom>
          <a:solidFill>
            <a:srgbClr val="865DF5"/>
          </a:solidFill>
          <a:ln w="12700">
            <a:solidFill>
              <a:srgbClr val="865D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5975" y="6693408"/>
            <a:ext cx="212339" cy="164592"/>
          </a:xfrm>
          <a:prstGeom prst="rect">
            <a:avLst/>
          </a:prstGeom>
          <a:solidFill>
            <a:srgbClr val="845DF5"/>
          </a:solidFill>
          <a:ln w="12700">
            <a:solidFill>
              <a:srgbClr val="845D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9170" y="6693408"/>
            <a:ext cx="212339" cy="164592"/>
          </a:xfrm>
          <a:prstGeom prst="rect">
            <a:avLst/>
          </a:prstGeom>
          <a:solidFill>
            <a:srgbClr val="835DF5"/>
          </a:solidFill>
          <a:ln w="12700">
            <a:solidFill>
              <a:srgbClr val="835D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22364" y="6693408"/>
            <a:ext cx="212339" cy="164592"/>
          </a:xfrm>
          <a:prstGeom prst="rect">
            <a:avLst/>
          </a:prstGeom>
          <a:solidFill>
            <a:srgbClr val="825EF5"/>
          </a:solidFill>
          <a:ln w="12700">
            <a:solidFill>
              <a:srgbClr val="825E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25559" y="6693408"/>
            <a:ext cx="212339" cy="164592"/>
          </a:xfrm>
          <a:prstGeom prst="rect">
            <a:avLst/>
          </a:prstGeom>
          <a:solidFill>
            <a:srgbClr val="805EF5"/>
          </a:solidFill>
          <a:ln w="12700">
            <a:solidFill>
              <a:srgbClr val="805E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754" y="6693408"/>
            <a:ext cx="212339" cy="164592"/>
          </a:xfrm>
          <a:prstGeom prst="rect">
            <a:avLst/>
          </a:prstGeom>
          <a:solidFill>
            <a:srgbClr val="7F5EF4"/>
          </a:solidFill>
          <a:ln w="12700">
            <a:solidFill>
              <a:srgbClr val="7F5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31949" y="6693408"/>
            <a:ext cx="212339" cy="164592"/>
          </a:xfrm>
          <a:prstGeom prst="rect">
            <a:avLst/>
          </a:prstGeom>
          <a:solidFill>
            <a:srgbClr val="7D5EF4"/>
          </a:solidFill>
          <a:ln w="12700">
            <a:solidFill>
              <a:srgbClr val="7D5E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35144" y="6693408"/>
            <a:ext cx="212339" cy="164592"/>
          </a:xfrm>
          <a:prstGeom prst="rect">
            <a:avLst/>
          </a:prstGeom>
          <a:solidFill>
            <a:srgbClr val="7C5FF4"/>
          </a:solidFill>
          <a:ln w="12700">
            <a:solidFill>
              <a:srgbClr val="7C5F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38339" y="6693408"/>
            <a:ext cx="212339" cy="164592"/>
          </a:xfrm>
          <a:prstGeom prst="rect">
            <a:avLst/>
          </a:prstGeom>
          <a:solidFill>
            <a:srgbClr val="7B5FF4"/>
          </a:solidFill>
          <a:ln w="12700">
            <a:solidFill>
              <a:srgbClr val="7B5F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41534" y="6693408"/>
            <a:ext cx="212339" cy="164592"/>
          </a:xfrm>
          <a:prstGeom prst="rect">
            <a:avLst/>
          </a:prstGeom>
          <a:solidFill>
            <a:srgbClr val="795FF4"/>
          </a:solidFill>
          <a:ln w="12700">
            <a:solidFill>
              <a:srgbClr val="795F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44729" y="6693408"/>
            <a:ext cx="212339" cy="164592"/>
          </a:xfrm>
          <a:prstGeom prst="rect">
            <a:avLst/>
          </a:prstGeom>
          <a:solidFill>
            <a:srgbClr val="785FF4"/>
          </a:solidFill>
          <a:ln w="12700">
            <a:solidFill>
              <a:srgbClr val="785F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47924" y="6693408"/>
            <a:ext cx="212339" cy="164592"/>
          </a:xfrm>
          <a:prstGeom prst="rect">
            <a:avLst/>
          </a:prstGeom>
          <a:solidFill>
            <a:srgbClr val="7760F3"/>
          </a:solidFill>
          <a:ln w="12700">
            <a:solidFill>
              <a:srgbClr val="7760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51119" y="6693408"/>
            <a:ext cx="212339" cy="164592"/>
          </a:xfrm>
          <a:prstGeom prst="rect">
            <a:avLst/>
          </a:prstGeom>
          <a:solidFill>
            <a:srgbClr val="7560F3"/>
          </a:solidFill>
          <a:ln w="12700">
            <a:solidFill>
              <a:srgbClr val="756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54314" y="6693408"/>
            <a:ext cx="212339" cy="164592"/>
          </a:xfrm>
          <a:prstGeom prst="rect">
            <a:avLst/>
          </a:prstGeom>
          <a:solidFill>
            <a:srgbClr val="7460F3"/>
          </a:solidFill>
          <a:ln w="12700">
            <a:solidFill>
              <a:srgbClr val="7460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509" y="6693408"/>
            <a:ext cx="212339" cy="164592"/>
          </a:xfrm>
          <a:prstGeom prst="rect">
            <a:avLst/>
          </a:prstGeom>
          <a:solidFill>
            <a:srgbClr val="7360F3"/>
          </a:solidFill>
          <a:ln w="12700">
            <a:solidFill>
              <a:srgbClr val="7360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60703" y="6693408"/>
            <a:ext cx="212339" cy="164592"/>
          </a:xfrm>
          <a:prstGeom prst="rect">
            <a:avLst/>
          </a:prstGeom>
          <a:solidFill>
            <a:srgbClr val="7161F3"/>
          </a:solidFill>
          <a:ln w="12700">
            <a:solidFill>
              <a:srgbClr val="7161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3898" y="6693408"/>
            <a:ext cx="212339" cy="164592"/>
          </a:xfrm>
          <a:prstGeom prst="rect">
            <a:avLst/>
          </a:prstGeom>
          <a:solidFill>
            <a:srgbClr val="7061F3"/>
          </a:solidFill>
          <a:ln w="12700">
            <a:solidFill>
              <a:srgbClr val="7061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67093" y="6693408"/>
            <a:ext cx="212339" cy="164592"/>
          </a:xfrm>
          <a:prstGeom prst="rect">
            <a:avLst/>
          </a:prstGeom>
          <a:solidFill>
            <a:srgbClr val="6F61F2"/>
          </a:solidFill>
          <a:ln w="12700">
            <a:solidFill>
              <a:srgbClr val="6F61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70288" y="6693408"/>
            <a:ext cx="212339" cy="164592"/>
          </a:xfrm>
          <a:prstGeom prst="rect">
            <a:avLst/>
          </a:prstGeom>
          <a:solidFill>
            <a:srgbClr val="6D61F2"/>
          </a:solidFill>
          <a:ln w="12700">
            <a:solidFill>
              <a:srgbClr val="6D61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73483" y="6693408"/>
            <a:ext cx="212339" cy="164592"/>
          </a:xfrm>
          <a:prstGeom prst="rect">
            <a:avLst/>
          </a:prstGeom>
          <a:solidFill>
            <a:srgbClr val="6C61F2"/>
          </a:solidFill>
          <a:ln w="12700">
            <a:solidFill>
              <a:srgbClr val="6C61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76678" y="6693408"/>
            <a:ext cx="212339" cy="164592"/>
          </a:xfrm>
          <a:prstGeom prst="rect">
            <a:avLst/>
          </a:prstGeom>
          <a:solidFill>
            <a:srgbClr val="6A62F2"/>
          </a:solidFill>
          <a:ln w="12700">
            <a:solidFill>
              <a:srgbClr val="6A6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79873" y="6693408"/>
            <a:ext cx="212339" cy="164592"/>
          </a:xfrm>
          <a:prstGeom prst="rect">
            <a:avLst/>
          </a:prstGeom>
          <a:solidFill>
            <a:srgbClr val="6962F2"/>
          </a:solidFill>
          <a:ln w="12700">
            <a:solidFill>
              <a:srgbClr val="6962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83068" y="6693408"/>
            <a:ext cx="212339" cy="164592"/>
          </a:xfrm>
          <a:prstGeom prst="rect">
            <a:avLst/>
          </a:prstGeom>
          <a:solidFill>
            <a:srgbClr val="6862F2"/>
          </a:solidFill>
          <a:ln w="12700">
            <a:solidFill>
              <a:srgbClr val="6862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263" y="6693408"/>
            <a:ext cx="212339" cy="164592"/>
          </a:xfrm>
          <a:prstGeom prst="rect">
            <a:avLst/>
          </a:prstGeom>
          <a:solidFill>
            <a:srgbClr val="6662F1"/>
          </a:solidFill>
          <a:ln w="12700">
            <a:solidFill>
              <a:srgbClr val="6662F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89458" y="6693408"/>
            <a:ext cx="212339" cy="164592"/>
          </a:xfrm>
          <a:prstGeom prst="rect">
            <a:avLst/>
          </a:prstGeom>
          <a:solidFill>
            <a:srgbClr val="6563F1"/>
          </a:solidFill>
          <a:ln w="12700">
            <a:solidFill>
              <a:srgbClr val="6563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2653" y="6693408"/>
            <a:ext cx="212339" cy="164592"/>
          </a:xfrm>
          <a:prstGeom prst="rect">
            <a:avLst/>
          </a:prstGeom>
          <a:solidFill>
            <a:srgbClr val="6463F1"/>
          </a:solidFill>
          <a:ln w="12700">
            <a:solidFill>
              <a:srgbClr val="6463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95848" y="6693408"/>
            <a:ext cx="212339" cy="164592"/>
          </a:xfrm>
          <a:prstGeom prst="rect">
            <a:avLst/>
          </a:prstGeom>
          <a:solidFill>
            <a:srgbClr val="6164F1"/>
          </a:solidFill>
          <a:ln w="12700">
            <a:solidFill>
              <a:srgbClr val="6164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99043" y="6693408"/>
            <a:ext cx="212339" cy="164592"/>
          </a:xfrm>
          <a:prstGeom prst="rect">
            <a:avLst/>
          </a:prstGeom>
          <a:solidFill>
            <a:srgbClr val="5E67F0"/>
          </a:solidFill>
          <a:ln w="12700">
            <a:solidFill>
              <a:srgbClr val="5E6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02237" y="6693408"/>
            <a:ext cx="212339" cy="164592"/>
          </a:xfrm>
          <a:prstGeom prst="rect">
            <a:avLst/>
          </a:prstGeom>
          <a:solidFill>
            <a:srgbClr val="5B6AEF"/>
          </a:solidFill>
          <a:ln w="12700">
            <a:solidFill>
              <a:srgbClr val="5B6A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05432" y="6693408"/>
            <a:ext cx="212339" cy="164592"/>
          </a:xfrm>
          <a:prstGeom prst="rect">
            <a:avLst/>
          </a:prstGeom>
          <a:solidFill>
            <a:srgbClr val="586DEE"/>
          </a:solidFill>
          <a:ln w="12700">
            <a:solidFill>
              <a:srgbClr val="586D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08627" y="6693408"/>
            <a:ext cx="212339" cy="164592"/>
          </a:xfrm>
          <a:prstGeom prst="rect">
            <a:avLst/>
          </a:prstGeom>
          <a:solidFill>
            <a:srgbClr val="5570ED"/>
          </a:solidFill>
          <a:ln w="12700">
            <a:solidFill>
              <a:srgbClr val="5570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11822" y="6693408"/>
            <a:ext cx="212339" cy="164592"/>
          </a:xfrm>
          <a:prstGeom prst="rect">
            <a:avLst/>
          </a:prstGeom>
          <a:solidFill>
            <a:srgbClr val="5272EC"/>
          </a:solidFill>
          <a:ln w="12700">
            <a:solidFill>
              <a:srgbClr val="5272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017" y="6693408"/>
            <a:ext cx="212339" cy="164592"/>
          </a:xfrm>
          <a:prstGeom prst="rect">
            <a:avLst/>
          </a:prstGeom>
          <a:solidFill>
            <a:srgbClr val="4F75EB"/>
          </a:solidFill>
          <a:ln w="12700">
            <a:solidFill>
              <a:srgbClr val="4F75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18212" y="6693408"/>
            <a:ext cx="212339" cy="164592"/>
          </a:xfrm>
          <a:prstGeom prst="rect">
            <a:avLst/>
          </a:prstGeom>
          <a:solidFill>
            <a:srgbClr val="4B78EA"/>
          </a:solidFill>
          <a:ln w="12700">
            <a:solidFill>
              <a:srgbClr val="4B78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21407" y="6693408"/>
            <a:ext cx="212339" cy="164592"/>
          </a:xfrm>
          <a:prstGeom prst="rect">
            <a:avLst/>
          </a:prstGeom>
          <a:solidFill>
            <a:srgbClr val="487BE9"/>
          </a:solidFill>
          <a:ln w="12700">
            <a:solidFill>
              <a:srgbClr val="487BE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24602" y="6693408"/>
            <a:ext cx="212339" cy="164592"/>
          </a:xfrm>
          <a:prstGeom prst="rect">
            <a:avLst/>
          </a:prstGeom>
          <a:solidFill>
            <a:srgbClr val="457EE8"/>
          </a:solidFill>
          <a:ln w="12700">
            <a:solidFill>
              <a:srgbClr val="457E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27797" y="6693408"/>
            <a:ext cx="212339" cy="164592"/>
          </a:xfrm>
          <a:prstGeom prst="rect">
            <a:avLst/>
          </a:prstGeom>
          <a:solidFill>
            <a:srgbClr val="4281E7"/>
          </a:solidFill>
          <a:ln w="12700">
            <a:solidFill>
              <a:srgbClr val="4281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30992" y="6693408"/>
            <a:ext cx="212339" cy="164592"/>
          </a:xfrm>
          <a:prstGeom prst="rect">
            <a:avLst/>
          </a:prstGeom>
          <a:solidFill>
            <a:srgbClr val="3F83E6"/>
          </a:solidFill>
          <a:ln w="12700">
            <a:solidFill>
              <a:srgbClr val="3F83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34187" y="6693408"/>
            <a:ext cx="212339" cy="164592"/>
          </a:xfrm>
          <a:prstGeom prst="rect">
            <a:avLst/>
          </a:prstGeom>
          <a:solidFill>
            <a:srgbClr val="3C86E5"/>
          </a:solidFill>
          <a:ln w="12700">
            <a:solidFill>
              <a:srgbClr val="3C86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37382" y="6693408"/>
            <a:ext cx="212339" cy="164592"/>
          </a:xfrm>
          <a:prstGeom prst="rect">
            <a:avLst/>
          </a:prstGeom>
          <a:solidFill>
            <a:srgbClr val="3889E4"/>
          </a:solidFill>
          <a:ln w="12700">
            <a:solidFill>
              <a:srgbClr val="3889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40576" y="6693408"/>
            <a:ext cx="212339" cy="164592"/>
          </a:xfrm>
          <a:prstGeom prst="rect">
            <a:avLst/>
          </a:prstGeom>
          <a:solidFill>
            <a:srgbClr val="358CE3"/>
          </a:solidFill>
          <a:ln w="12700">
            <a:solidFill>
              <a:srgbClr val="358C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3771" y="6693408"/>
            <a:ext cx="212339" cy="164592"/>
          </a:xfrm>
          <a:prstGeom prst="rect">
            <a:avLst/>
          </a:prstGeom>
          <a:solidFill>
            <a:srgbClr val="328FE2"/>
          </a:solidFill>
          <a:ln w="12700">
            <a:solidFill>
              <a:srgbClr val="328F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46966" y="6693408"/>
            <a:ext cx="212339" cy="164592"/>
          </a:xfrm>
          <a:prstGeom prst="rect">
            <a:avLst/>
          </a:prstGeom>
          <a:solidFill>
            <a:srgbClr val="2F91E1"/>
          </a:solidFill>
          <a:ln w="12700">
            <a:solidFill>
              <a:srgbClr val="2F91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50161" y="6693408"/>
            <a:ext cx="212339" cy="164592"/>
          </a:xfrm>
          <a:prstGeom prst="rect">
            <a:avLst/>
          </a:prstGeom>
          <a:solidFill>
            <a:srgbClr val="2C94E0"/>
          </a:solidFill>
          <a:ln w="12700">
            <a:solidFill>
              <a:srgbClr val="2C94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753356" y="6693408"/>
            <a:ext cx="212339" cy="164592"/>
          </a:xfrm>
          <a:prstGeom prst="rect">
            <a:avLst/>
          </a:prstGeom>
          <a:solidFill>
            <a:srgbClr val="2997DF"/>
          </a:solidFill>
          <a:ln w="12700">
            <a:solidFill>
              <a:srgbClr val="2997D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56551" y="6693408"/>
            <a:ext cx="212339" cy="164592"/>
          </a:xfrm>
          <a:prstGeom prst="rect">
            <a:avLst/>
          </a:prstGeom>
          <a:solidFill>
            <a:srgbClr val="269ADE"/>
          </a:solidFill>
          <a:ln w="12700">
            <a:solidFill>
              <a:srgbClr val="269AD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59746" y="6693408"/>
            <a:ext cx="212339" cy="164592"/>
          </a:xfrm>
          <a:prstGeom prst="rect">
            <a:avLst/>
          </a:prstGeom>
          <a:solidFill>
            <a:srgbClr val="229DDD"/>
          </a:solidFill>
          <a:ln w="12700">
            <a:solidFill>
              <a:srgbClr val="229DD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362941" y="6693408"/>
            <a:ext cx="212339" cy="164592"/>
          </a:xfrm>
          <a:prstGeom prst="rect">
            <a:avLst/>
          </a:prstGeom>
          <a:solidFill>
            <a:srgbClr val="1F9FDC"/>
          </a:solidFill>
          <a:ln w="12700">
            <a:solidFill>
              <a:srgbClr val="1F9FD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566136" y="6693408"/>
            <a:ext cx="212339" cy="164592"/>
          </a:xfrm>
          <a:prstGeom prst="rect">
            <a:avLst/>
          </a:prstGeom>
          <a:solidFill>
            <a:srgbClr val="1CA2DB"/>
          </a:solidFill>
          <a:ln w="12700">
            <a:solidFill>
              <a:srgbClr val="1CA2D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769331" y="6693408"/>
            <a:ext cx="212339" cy="164592"/>
          </a:xfrm>
          <a:prstGeom prst="rect">
            <a:avLst/>
          </a:prstGeom>
          <a:solidFill>
            <a:srgbClr val="19A5DA"/>
          </a:solidFill>
          <a:ln w="12700">
            <a:solidFill>
              <a:srgbClr val="19A5D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972526" y="6693408"/>
            <a:ext cx="212339" cy="164592"/>
          </a:xfrm>
          <a:prstGeom prst="rect">
            <a:avLst/>
          </a:prstGeom>
          <a:solidFill>
            <a:srgbClr val="16A8D9"/>
          </a:solidFill>
          <a:ln w="12700">
            <a:solidFill>
              <a:srgbClr val="16A8D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175721" y="6693408"/>
            <a:ext cx="212339" cy="164592"/>
          </a:xfrm>
          <a:prstGeom prst="rect">
            <a:avLst/>
          </a:prstGeom>
          <a:solidFill>
            <a:srgbClr val="13ABD8"/>
          </a:solidFill>
          <a:ln w="12700">
            <a:solidFill>
              <a:srgbClr val="13ABD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378916" y="6693408"/>
            <a:ext cx="212339" cy="164592"/>
          </a:xfrm>
          <a:prstGeom prst="rect">
            <a:avLst/>
          </a:prstGeom>
          <a:solidFill>
            <a:srgbClr val="0FAED7"/>
          </a:solidFill>
          <a:ln w="12700">
            <a:solidFill>
              <a:srgbClr val="0FAED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582110" y="6693408"/>
            <a:ext cx="212339" cy="164592"/>
          </a:xfrm>
          <a:prstGeom prst="rect">
            <a:avLst/>
          </a:prstGeom>
          <a:solidFill>
            <a:srgbClr val="0CB0D6"/>
          </a:solidFill>
          <a:ln w="12700">
            <a:solidFill>
              <a:srgbClr val="0CB0D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785305" y="6693408"/>
            <a:ext cx="212339" cy="164592"/>
          </a:xfrm>
          <a:prstGeom prst="rect">
            <a:avLst/>
          </a:prstGeom>
          <a:solidFill>
            <a:srgbClr val="09B3D5"/>
          </a:solidFill>
          <a:ln w="12700">
            <a:solidFill>
              <a:srgbClr val="09B3D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988500" y="6693408"/>
            <a:ext cx="212339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728655" y="64008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03 / 11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Understanding &amp; Evaluation</a:t>
            </a:r>
            <a:endParaRPr lang="en-US" sz="3200" dirty="0"/>
          </a:p>
        </p:txBody>
      </p:sp>
      <p:sp>
        <p:nvSpPr>
          <p:cNvPr id="67" name="Shape 65"/>
          <p:cNvSpPr/>
          <p:nvPr/>
        </p:nvSpPr>
        <p:spPr>
          <a:xfrm>
            <a:off x="548640" y="1463040"/>
            <a:ext cx="64008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6E"/>
                </a:solidFill>
              </a:rPr>
              <a:t>Three signal streams feed one unified Student DNA profile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548640" y="2148840"/>
            <a:ext cx="3611880" cy="2468880"/>
          </a:xfrm>
          <a:prstGeom prst="roundRect">
            <a:avLst>
              <a:gd name="adj" fmla="val 5556"/>
            </a:avLst>
          </a:prstGeom>
          <a:solidFill>
            <a:srgbClr val="F8F8FC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8640" y="2148840"/>
            <a:ext cx="3611880" cy="1097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7724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366F1"/>
                </a:solidFill>
              </a:rPr>
              <a:t>ACADEMIC SIGNALS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82296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E"/>
                </a:solidFill>
              </a:rPr>
              <a:t>•  10th Score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822960" y="30815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E"/>
                </a:solidFill>
              </a:rPr>
              <a:t>•  12th Score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822960" y="34655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E"/>
                </a:solidFill>
              </a:rPr>
              <a:t>•  CGPA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822960" y="38496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E"/>
                </a:solidFill>
              </a:rPr>
              <a:t>•  Branch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4343400" y="2148840"/>
            <a:ext cx="3611880" cy="2468880"/>
          </a:xfrm>
          <a:prstGeom prst="roundRect">
            <a:avLst>
              <a:gd name="adj" fmla="val 5556"/>
            </a:avLst>
          </a:prstGeom>
          <a:solidFill>
            <a:srgbClr val="F8F8FC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343400" y="2148840"/>
            <a:ext cx="361188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B6D4"/>
                </a:solidFill>
              </a:rPr>
              <a:t>SKILL SIGNALS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61772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E"/>
                </a:solidFill>
              </a:rPr>
              <a:t>•  Technical Skills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4617720" y="30815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E"/>
                </a:solidFill>
              </a:rPr>
              <a:t>•  Projects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4617720" y="34655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E"/>
                </a:solidFill>
              </a:rPr>
              <a:t>•  Certifications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4617720" y="38496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E"/>
                </a:solidFill>
              </a:rPr>
              <a:t>•  Internships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8138160" y="2148840"/>
            <a:ext cx="3611880" cy="2468880"/>
          </a:xfrm>
          <a:prstGeom prst="roundRect">
            <a:avLst>
              <a:gd name="adj" fmla="val 5556"/>
            </a:avLst>
          </a:prstGeom>
          <a:solidFill>
            <a:srgbClr val="F8F8FC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138160" y="2148840"/>
            <a:ext cx="3611880" cy="10972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36676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C4899"/>
                </a:solidFill>
              </a:rPr>
              <a:t>CAREER SIGNALS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841248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E"/>
                </a:solidFill>
              </a:rPr>
              <a:t>•  Interests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8412480" y="30815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E"/>
                </a:solidFill>
              </a:rPr>
              <a:t>•  Dream Job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8412480" y="34655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E"/>
                </a:solidFill>
              </a:rPr>
              <a:t>•  Industry Preference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8412480" y="38496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E"/>
                </a:solidFill>
              </a:rPr>
              <a:t>•  Aspirations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548640" y="4800600"/>
            <a:ext cx="11109960" cy="1508760"/>
          </a:xfrm>
          <a:prstGeom prst="roundRect">
            <a:avLst>
              <a:gd name="adj" fmla="val 9091"/>
            </a:avLst>
          </a:prstGeom>
          <a:solidFill>
            <a:srgbClr val="0E0E1A"/>
          </a:solidFill>
          <a:ln w="12700">
            <a:solidFill>
              <a:srgbClr val="0E0E1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5B4FC"/>
                </a:solidFill>
              </a:rPr>
              <a:t>BEYOND KEYWORD MATCHING — AI EVALUATES: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777240" y="53035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1E1E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77240" y="5303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E4FF"/>
                </a:solidFill>
              </a:rPr>
              <a:t>Skill readiness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2834640" y="53035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1E1E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834640" y="5303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E4FF"/>
                </a:solidFill>
              </a:rPr>
              <a:t>Career compatibility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4892040" y="53035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1E1E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892040" y="5303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E4FF"/>
                </a:solidFill>
              </a:rPr>
              <a:t>Growth potential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6949440" y="53035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1E1E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949440" y="5303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E4FF"/>
                </a:solidFill>
              </a:rPr>
              <a:t>Placement readiness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9006840" y="530352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1E1E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006840" y="5303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E4FF"/>
                </a:solidFill>
              </a:rPr>
              <a:t>Learning behavior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777240" y="5943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Result → A complete Student DNA Profile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 |  H2S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082735" y="54864"/>
            <a:ext cx="2743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E9E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INDIA.RUNS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93408"/>
            <a:ext cx="212339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3195" y="6693408"/>
            <a:ext cx="212339" cy="164592"/>
          </a:xfrm>
          <a:prstGeom prst="rect">
            <a:avLst/>
          </a:prstGeom>
          <a:solidFill>
            <a:srgbClr val="8A5CF6"/>
          </a:solidFill>
          <a:ln w="12700">
            <a:solidFill>
              <a:srgbClr val="8A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6390" y="6693408"/>
            <a:ext cx="212339" cy="164592"/>
          </a:xfrm>
          <a:prstGeom prst="rect">
            <a:avLst/>
          </a:prstGeom>
          <a:solidFill>
            <a:srgbClr val="885CF6"/>
          </a:solidFill>
          <a:ln w="12700">
            <a:solidFill>
              <a:srgbClr val="88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585" y="6693408"/>
            <a:ext cx="212339" cy="164592"/>
          </a:xfrm>
          <a:prstGeom prst="rect">
            <a:avLst/>
          </a:prstGeom>
          <a:solidFill>
            <a:srgbClr val="875DF5"/>
          </a:solidFill>
          <a:ln w="12700">
            <a:solidFill>
              <a:srgbClr val="875D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780" y="6693408"/>
            <a:ext cx="212339" cy="164592"/>
          </a:xfrm>
          <a:prstGeom prst="rect">
            <a:avLst/>
          </a:prstGeom>
          <a:solidFill>
            <a:srgbClr val="865DF5"/>
          </a:solidFill>
          <a:ln w="12700">
            <a:solidFill>
              <a:srgbClr val="865D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5975" y="6693408"/>
            <a:ext cx="212339" cy="164592"/>
          </a:xfrm>
          <a:prstGeom prst="rect">
            <a:avLst/>
          </a:prstGeom>
          <a:solidFill>
            <a:srgbClr val="845DF5"/>
          </a:solidFill>
          <a:ln w="12700">
            <a:solidFill>
              <a:srgbClr val="845D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9170" y="6693408"/>
            <a:ext cx="212339" cy="164592"/>
          </a:xfrm>
          <a:prstGeom prst="rect">
            <a:avLst/>
          </a:prstGeom>
          <a:solidFill>
            <a:srgbClr val="835DF5"/>
          </a:solidFill>
          <a:ln w="12700">
            <a:solidFill>
              <a:srgbClr val="835D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22364" y="6693408"/>
            <a:ext cx="212339" cy="164592"/>
          </a:xfrm>
          <a:prstGeom prst="rect">
            <a:avLst/>
          </a:prstGeom>
          <a:solidFill>
            <a:srgbClr val="825EF5"/>
          </a:solidFill>
          <a:ln w="12700">
            <a:solidFill>
              <a:srgbClr val="825E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25559" y="6693408"/>
            <a:ext cx="212339" cy="164592"/>
          </a:xfrm>
          <a:prstGeom prst="rect">
            <a:avLst/>
          </a:prstGeom>
          <a:solidFill>
            <a:srgbClr val="805EF5"/>
          </a:solidFill>
          <a:ln w="12700">
            <a:solidFill>
              <a:srgbClr val="805E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754" y="6693408"/>
            <a:ext cx="212339" cy="164592"/>
          </a:xfrm>
          <a:prstGeom prst="rect">
            <a:avLst/>
          </a:prstGeom>
          <a:solidFill>
            <a:srgbClr val="7F5EF4"/>
          </a:solidFill>
          <a:ln w="12700">
            <a:solidFill>
              <a:srgbClr val="7F5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31949" y="6693408"/>
            <a:ext cx="212339" cy="164592"/>
          </a:xfrm>
          <a:prstGeom prst="rect">
            <a:avLst/>
          </a:prstGeom>
          <a:solidFill>
            <a:srgbClr val="7D5EF4"/>
          </a:solidFill>
          <a:ln w="12700">
            <a:solidFill>
              <a:srgbClr val="7D5E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35144" y="6693408"/>
            <a:ext cx="212339" cy="164592"/>
          </a:xfrm>
          <a:prstGeom prst="rect">
            <a:avLst/>
          </a:prstGeom>
          <a:solidFill>
            <a:srgbClr val="7C5FF4"/>
          </a:solidFill>
          <a:ln w="12700">
            <a:solidFill>
              <a:srgbClr val="7C5F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38339" y="6693408"/>
            <a:ext cx="212339" cy="164592"/>
          </a:xfrm>
          <a:prstGeom prst="rect">
            <a:avLst/>
          </a:prstGeom>
          <a:solidFill>
            <a:srgbClr val="7B5FF4"/>
          </a:solidFill>
          <a:ln w="12700">
            <a:solidFill>
              <a:srgbClr val="7B5F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41534" y="6693408"/>
            <a:ext cx="212339" cy="164592"/>
          </a:xfrm>
          <a:prstGeom prst="rect">
            <a:avLst/>
          </a:prstGeom>
          <a:solidFill>
            <a:srgbClr val="795FF4"/>
          </a:solidFill>
          <a:ln w="12700">
            <a:solidFill>
              <a:srgbClr val="795F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44729" y="6693408"/>
            <a:ext cx="212339" cy="164592"/>
          </a:xfrm>
          <a:prstGeom prst="rect">
            <a:avLst/>
          </a:prstGeom>
          <a:solidFill>
            <a:srgbClr val="785FF4"/>
          </a:solidFill>
          <a:ln w="12700">
            <a:solidFill>
              <a:srgbClr val="785F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47924" y="6693408"/>
            <a:ext cx="212339" cy="164592"/>
          </a:xfrm>
          <a:prstGeom prst="rect">
            <a:avLst/>
          </a:prstGeom>
          <a:solidFill>
            <a:srgbClr val="7760F3"/>
          </a:solidFill>
          <a:ln w="12700">
            <a:solidFill>
              <a:srgbClr val="7760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51119" y="6693408"/>
            <a:ext cx="212339" cy="164592"/>
          </a:xfrm>
          <a:prstGeom prst="rect">
            <a:avLst/>
          </a:prstGeom>
          <a:solidFill>
            <a:srgbClr val="7560F3"/>
          </a:solidFill>
          <a:ln w="12700">
            <a:solidFill>
              <a:srgbClr val="756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54314" y="6693408"/>
            <a:ext cx="212339" cy="164592"/>
          </a:xfrm>
          <a:prstGeom prst="rect">
            <a:avLst/>
          </a:prstGeom>
          <a:solidFill>
            <a:srgbClr val="7460F3"/>
          </a:solidFill>
          <a:ln w="12700">
            <a:solidFill>
              <a:srgbClr val="7460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509" y="6693408"/>
            <a:ext cx="212339" cy="164592"/>
          </a:xfrm>
          <a:prstGeom prst="rect">
            <a:avLst/>
          </a:prstGeom>
          <a:solidFill>
            <a:srgbClr val="7360F3"/>
          </a:solidFill>
          <a:ln w="12700">
            <a:solidFill>
              <a:srgbClr val="7360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60703" y="6693408"/>
            <a:ext cx="212339" cy="164592"/>
          </a:xfrm>
          <a:prstGeom prst="rect">
            <a:avLst/>
          </a:prstGeom>
          <a:solidFill>
            <a:srgbClr val="7161F3"/>
          </a:solidFill>
          <a:ln w="12700">
            <a:solidFill>
              <a:srgbClr val="7161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3898" y="6693408"/>
            <a:ext cx="212339" cy="164592"/>
          </a:xfrm>
          <a:prstGeom prst="rect">
            <a:avLst/>
          </a:prstGeom>
          <a:solidFill>
            <a:srgbClr val="7061F3"/>
          </a:solidFill>
          <a:ln w="12700">
            <a:solidFill>
              <a:srgbClr val="7061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67093" y="6693408"/>
            <a:ext cx="212339" cy="164592"/>
          </a:xfrm>
          <a:prstGeom prst="rect">
            <a:avLst/>
          </a:prstGeom>
          <a:solidFill>
            <a:srgbClr val="6F61F2"/>
          </a:solidFill>
          <a:ln w="12700">
            <a:solidFill>
              <a:srgbClr val="6F61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70288" y="6693408"/>
            <a:ext cx="212339" cy="164592"/>
          </a:xfrm>
          <a:prstGeom prst="rect">
            <a:avLst/>
          </a:prstGeom>
          <a:solidFill>
            <a:srgbClr val="6D61F2"/>
          </a:solidFill>
          <a:ln w="12700">
            <a:solidFill>
              <a:srgbClr val="6D61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73483" y="6693408"/>
            <a:ext cx="212339" cy="164592"/>
          </a:xfrm>
          <a:prstGeom prst="rect">
            <a:avLst/>
          </a:prstGeom>
          <a:solidFill>
            <a:srgbClr val="6C61F2"/>
          </a:solidFill>
          <a:ln w="12700">
            <a:solidFill>
              <a:srgbClr val="6C61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76678" y="6693408"/>
            <a:ext cx="212339" cy="164592"/>
          </a:xfrm>
          <a:prstGeom prst="rect">
            <a:avLst/>
          </a:prstGeom>
          <a:solidFill>
            <a:srgbClr val="6A62F2"/>
          </a:solidFill>
          <a:ln w="12700">
            <a:solidFill>
              <a:srgbClr val="6A6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79873" y="6693408"/>
            <a:ext cx="212339" cy="164592"/>
          </a:xfrm>
          <a:prstGeom prst="rect">
            <a:avLst/>
          </a:prstGeom>
          <a:solidFill>
            <a:srgbClr val="6962F2"/>
          </a:solidFill>
          <a:ln w="12700">
            <a:solidFill>
              <a:srgbClr val="6962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83068" y="6693408"/>
            <a:ext cx="212339" cy="164592"/>
          </a:xfrm>
          <a:prstGeom prst="rect">
            <a:avLst/>
          </a:prstGeom>
          <a:solidFill>
            <a:srgbClr val="6862F2"/>
          </a:solidFill>
          <a:ln w="12700">
            <a:solidFill>
              <a:srgbClr val="6862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263" y="6693408"/>
            <a:ext cx="212339" cy="164592"/>
          </a:xfrm>
          <a:prstGeom prst="rect">
            <a:avLst/>
          </a:prstGeom>
          <a:solidFill>
            <a:srgbClr val="6662F1"/>
          </a:solidFill>
          <a:ln w="12700">
            <a:solidFill>
              <a:srgbClr val="6662F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89458" y="6693408"/>
            <a:ext cx="212339" cy="164592"/>
          </a:xfrm>
          <a:prstGeom prst="rect">
            <a:avLst/>
          </a:prstGeom>
          <a:solidFill>
            <a:srgbClr val="6563F1"/>
          </a:solidFill>
          <a:ln w="12700">
            <a:solidFill>
              <a:srgbClr val="6563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2653" y="6693408"/>
            <a:ext cx="212339" cy="164592"/>
          </a:xfrm>
          <a:prstGeom prst="rect">
            <a:avLst/>
          </a:prstGeom>
          <a:solidFill>
            <a:srgbClr val="6463F1"/>
          </a:solidFill>
          <a:ln w="12700">
            <a:solidFill>
              <a:srgbClr val="6463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95848" y="6693408"/>
            <a:ext cx="212339" cy="164592"/>
          </a:xfrm>
          <a:prstGeom prst="rect">
            <a:avLst/>
          </a:prstGeom>
          <a:solidFill>
            <a:srgbClr val="6164F1"/>
          </a:solidFill>
          <a:ln w="12700">
            <a:solidFill>
              <a:srgbClr val="6164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99043" y="6693408"/>
            <a:ext cx="212339" cy="164592"/>
          </a:xfrm>
          <a:prstGeom prst="rect">
            <a:avLst/>
          </a:prstGeom>
          <a:solidFill>
            <a:srgbClr val="5E67F0"/>
          </a:solidFill>
          <a:ln w="12700">
            <a:solidFill>
              <a:srgbClr val="5E6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02237" y="6693408"/>
            <a:ext cx="212339" cy="164592"/>
          </a:xfrm>
          <a:prstGeom prst="rect">
            <a:avLst/>
          </a:prstGeom>
          <a:solidFill>
            <a:srgbClr val="5B6AEF"/>
          </a:solidFill>
          <a:ln w="12700">
            <a:solidFill>
              <a:srgbClr val="5B6A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05432" y="6693408"/>
            <a:ext cx="212339" cy="164592"/>
          </a:xfrm>
          <a:prstGeom prst="rect">
            <a:avLst/>
          </a:prstGeom>
          <a:solidFill>
            <a:srgbClr val="586DEE"/>
          </a:solidFill>
          <a:ln w="12700">
            <a:solidFill>
              <a:srgbClr val="586D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08627" y="6693408"/>
            <a:ext cx="212339" cy="164592"/>
          </a:xfrm>
          <a:prstGeom prst="rect">
            <a:avLst/>
          </a:prstGeom>
          <a:solidFill>
            <a:srgbClr val="5570ED"/>
          </a:solidFill>
          <a:ln w="12700">
            <a:solidFill>
              <a:srgbClr val="5570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11822" y="6693408"/>
            <a:ext cx="212339" cy="164592"/>
          </a:xfrm>
          <a:prstGeom prst="rect">
            <a:avLst/>
          </a:prstGeom>
          <a:solidFill>
            <a:srgbClr val="5272EC"/>
          </a:solidFill>
          <a:ln w="12700">
            <a:solidFill>
              <a:srgbClr val="5272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017" y="6693408"/>
            <a:ext cx="212339" cy="164592"/>
          </a:xfrm>
          <a:prstGeom prst="rect">
            <a:avLst/>
          </a:prstGeom>
          <a:solidFill>
            <a:srgbClr val="4F75EB"/>
          </a:solidFill>
          <a:ln w="12700">
            <a:solidFill>
              <a:srgbClr val="4F75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18212" y="6693408"/>
            <a:ext cx="212339" cy="164592"/>
          </a:xfrm>
          <a:prstGeom prst="rect">
            <a:avLst/>
          </a:prstGeom>
          <a:solidFill>
            <a:srgbClr val="4B78EA"/>
          </a:solidFill>
          <a:ln w="12700">
            <a:solidFill>
              <a:srgbClr val="4B78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21407" y="6693408"/>
            <a:ext cx="212339" cy="164592"/>
          </a:xfrm>
          <a:prstGeom prst="rect">
            <a:avLst/>
          </a:prstGeom>
          <a:solidFill>
            <a:srgbClr val="487BE9"/>
          </a:solidFill>
          <a:ln w="12700">
            <a:solidFill>
              <a:srgbClr val="487BE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24602" y="6693408"/>
            <a:ext cx="212339" cy="164592"/>
          </a:xfrm>
          <a:prstGeom prst="rect">
            <a:avLst/>
          </a:prstGeom>
          <a:solidFill>
            <a:srgbClr val="457EE8"/>
          </a:solidFill>
          <a:ln w="12700">
            <a:solidFill>
              <a:srgbClr val="457E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27797" y="6693408"/>
            <a:ext cx="212339" cy="164592"/>
          </a:xfrm>
          <a:prstGeom prst="rect">
            <a:avLst/>
          </a:prstGeom>
          <a:solidFill>
            <a:srgbClr val="4281E7"/>
          </a:solidFill>
          <a:ln w="12700">
            <a:solidFill>
              <a:srgbClr val="4281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30992" y="6693408"/>
            <a:ext cx="212339" cy="164592"/>
          </a:xfrm>
          <a:prstGeom prst="rect">
            <a:avLst/>
          </a:prstGeom>
          <a:solidFill>
            <a:srgbClr val="3F83E6"/>
          </a:solidFill>
          <a:ln w="12700">
            <a:solidFill>
              <a:srgbClr val="3F83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34187" y="6693408"/>
            <a:ext cx="212339" cy="164592"/>
          </a:xfrm>
          <a:prstGeom prst="rect">
            <a:avLst/>
          </a:prstGeom>
          <a:solidFill>
            <a:srgbClr val="3C86E5"/>
          </a:solidFill>
          <a:ln w="12700">
            <a:solidFill>
              <a:srgbClr val="3C86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37382" y="6693408"/>
            <a:ext cx="212339" cy="164592"/>
          </a:xfrm>
          <a:prstGeom prst="rect">
            <a:avLst/>
          </a:prstGeom>
          <a:solidFill>
            <a:srgbClr val="3889E4"/>
          </a:solidFill>
          <a:ln w="12700">
            <a:solidFill>
              <a:srgbClr val="3889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40576" y="6693408"/>
            <a:ext cx="212339" cy="164592"/>
          </a:xfrm>
          <a:prstGeom prst="rect">
            <a:avLst/>
          </a:prstGeom>
          <a:solidFill>
            <a:srgbClr val="358CE3"/>
          </a:solidFill>
          <a:ln w="12700">
            <a:solidFill>
              <a:srgbClr val="358C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3771" y="6693408"/>
            <a:ext cx="212339" cy="164592"/>
          </a:xfrm>
          <a:prstGeom prst="rect">
            <a:avLst/>
          </a:prstGeom>
          <a:solidFill>
            <a:srgbClr val="328FE2"/>
          </a:solidFill>
          <a:ln w="12700">
            <a:solidFill>
              <a:srgbClr val="328F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46966" y="6693408"/>
            <a:ext cx="212339" cy="164592"/>
          </a:xfrm>
          <a:prstGeom prst="rect">
            <a:avLst/>
          </a:prstGeom>
          <a:solidFill>
            <a:srgbClr val="2F91E1"/>
          </a:solidFill>
          <a:ln w="12700">
            <a:solidFill>
              <a:srgbClr val="2F91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50161" y="6693408"/>
            <a:ext cx="212339" cy="164592"/>
          </a:xfrm>
          <a:prstGeom prst="rect">
            <a:avLst/>
          </a:prstGeom>
          <a:solidFill>
            <a:srgbClr val="2C94E0"/>
          </a:solidFill>
          <a:ln w="12700">
            <a:solidFill>
              <a:srgbClr val="2C94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753356" y="6693408"/>
            <a:ext cx="212339" cy="164592"/>
          </a:xfrm>
          <a:prstGeom prst="rect">
            <a:avLst/>
          </a:prstGeom>
          <a:solidFill>
            <a:srgbClr val="2997DF"/>
          </a:solidFill>
          <a:ln w="12700">
            <a:solidFill>
              <a:srgbClr val="2997D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56551" y="6693408"/>
            <a:ext cx="212339" cy="164592"/>
          </a:xfrm>
          <a:prstGeom prst="rect">
            <a:avLst/>
          </a:prstGeom>
          <a:solidFill>
            <a:srgbClr val="269ADE"/>
          </a:solidFill>
          <a:ln w="12700">
            <a:solidFill>
              <a:srgbClr val="269AD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59746" y="6693408"/>
            <a:ext cx="212339" cy="164592"/>
          </a:xfrm>
          <a:prstGeom prst="rect">
            <a:avLst/>
          </a:prstGeom>
          <a:solidFill>
            <a:srgbClr val="229DDD"/>
          </a:solidFill>
          <a:ln w="12700">
            <a:solidFill>
              <a:srgbClr val="229DD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362941" y="6693408"/>
            <a:ext cx="212339" cy="164592"/>
          </a:xfrm>
          <a:prstGeom prst="rect">
            <a:avLst/>
          </a:prstGeom>
          <a:solidFill>
            <a:srgbClr val="1F9FDC"/>
          </a:solidFill>
          <a:ln w="12700">
            <a:solidFill>
              <a:srgbClr val="1F9FD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566136" y="6693408"/>
            <a:ext cx="212339" cy="164592"/>
          </a:xfrm>
          <a:prstGeom prst="rect">
            <a:avLst/>
          </a:prstGeom>
          <a:solidFill>
            <a:srgbClr val="1CA2DB"/>
          </a:solidFill>
          <a:ln w="12700">
            <a:solidFill>
              <a:srgbClr val="1CA2D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769331" y="6693408"/>
            <a:ext cx="212339" cy="164592"/>
          </a:xfrm>
          <a:prstGeom prst="rect">
            <a:avLst/>
          </a:prstGeom>
          <a:solidFill>
            <a:srgbClr val="19A5DA"/>
          </a:solidFill>
          <a:ln w="12700">
            <a:solidFill>
              <a:srgbClr val="19A5D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972526" y="6693408"/>
            <a:ext cx="212339" cy="164592"/>
          </a:xfrm>
          <a:prstGeom prst="rect">
            <a:avLst/>
          </a:prstGeom>
          <a:solidFill>
            <a:srgbClr val="16A8D9"/>
          </a:solidFill>
          <a:ln w="12700">
            <a:solidFill>
              <a:srgbClr val="16A8D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175721" y="6693408"/>
            <a:ext cx="212339" cy="164592"/>
          </a:xfrm>
          <a:prstGeom prst="rect">
            <a:avLst/>
          </a:prstGeom>
          <a:solidFill>
            <a:srgbClr val="13ABD8"/>
          </a:solidFill>
          <a:ln w="12700">
            <a:solidFill>
              <a:srgbClr val="13ABD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378916" y="6693408"/>
            <a:ext cx="212339" cy="164592"/>
          </a:xfrm>
          <a:prstGeom prst="rect">
            <a:avLst/>
          </a:prstGeom>
          <a:solidFill>
            <a:srgbClr val="0FAED7"/>
          </a:solidFill>
          <a:ln w="12700">
            <a:solidFill>
              <a:srgbClr val="0FAED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582110" y="6693408"/>
            <a:ext cx="212339" cy="164592"/>
          </a:xfrm>
          <a:prstGeom prst="rect">
            <a:avLst/>
          </a:prstGeom>
          <a:solidFill>
            <a:srgbClr val="0CB0D6"/>
          </a:solidFill>
          <a:ln w="12700">
            <a:solidFill>
              <a:srgbClr val="0CB0D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785305" y="6693408"/>
            <a:ext cx="212339" cy="164592"/>
          </a:xfrm>
          <a:prstGeom prst="rect">
            <a:avLst/>
          </a:prstGeom>
          <a:solidFill>
            <a:srgbClr val="09B3D5"/>
          </a:solidFill>
          <a:ln w="12700">
            <a:solidFill>
              <a:srgbClr val="09B3D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988500" y="6693408"/>
            <a:ext cx="212339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728655" y="64008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04 / 11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Methodology</a:t>
            </a:r>
            <a:endParaRPr lang="en-US" sz="3200" dirty="0"/>
          </a:p>
        </p:txBody>
      </p:sp>
      <p:sp>
        <p:nvSpPr>
          <p:cNvPr id="67" name="Shape 65"/>
          <p:cNvSpPr/>
          <p:nvPr/>
        </p:nvSpPr>
        <p:spPr>
          <a:xfrm>
            <a:off x="548640" y="1463040"/>
            <a:ext cx="64008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6E"/>
                </a:solidFill>
              </a:rPr>
              <a:t>From raw profile to personalized action plan in five steps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548640" y="228600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23317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7D2FE"/>
                </a:solidFill>
              </a:rPr>
              <a:t>STEP 1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40080" y="2560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Collect Student Profile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2651760" y="2286000"/>
            <a:ext cx="137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</a:rPr>
              <a:t>›</a:t>
            </a:r>
            <a:endParaRPr lang="en-US" sz="2400" dirty="0"/>
          </a:p>
        </p:txBody>
      </p:sp>
      <p:sp>
        <p:nvSpPr>
          <p:cNvPr id="73" name="Shape 71"/>
          <p:cNvSpPr/>
          <p:nvPr/>
        </p:nvSpPr>
        <p:spPr>
          <a:xfrm>
            <a:off x="2788920" y="228600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88920" y="23317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7D2FE"/>
                </a:solidFill>
              </a:rPr>
              <a:t>STEP 2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2880360" y="2560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Generate Student DNA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892040" y="2286000"/>
            <a:ext cx="137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</a:rPr>
              <a:t>›</a:t>
            </a:r>
            <a:endParaRPr lang="en-US" sz="2400" dirty="0"/>
          </a:p>
        </p:txBody>
      </p:sp>
      <p:sp>
        <p:nvSpPr>
          <p:cNvPr id="77" name="Shape 75"/>
          <p:cNvSpPr/>
          <p:nvPr/>
        </p:nvSpPr>
        <p:spPr>
          <a:xfrm>
            <a:off x="5029200" y="228600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029200" y="23317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7D2FE"/>
                </a:solidFill>
              </a:rPr>
              <a:t>STEP 3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120640" y="2560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Calculate Career Match Scores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7132320" y="2286000"/>
            <a:ext cx="137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</a:rPr>
              <a:t>›</a:t>
            </a:r>
            <a:endParaRPr lang="en-US" sz="2400" dirty="0"/>
          </a:p>
        </p:txBody>
      </p:sp>
      <p:sp>
        <p:nvSpPr>
          <p:cNvPr id="81" name="Shape 79"/>
          <p:cNvSpPr/>
          <p:nvPr/>
        </p:nvSpPr>
        <p:spPr>
          <a:xfrm>
            <a:off x="7269480" y="228600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269480" y="23317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7D2FE"/>
                </a:solidFill>
              </a:rPr>
              <a:t>STEP 4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7360920" y="2560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Generate Future Simulation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9372600" y="2286000"/>
            <a:ext cx="137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</a:rPr>
              <a:t>›</a:t>
            </a:r>
            <a:endParaRPr lang="en-US" sz="2400" dirty="0"/>
          </a:p>
        </p:txBody>
      </p:sp>
      <p:sp>
        <p:nvSpPr>
          <p:cNvPr id="85" name="Shape 83"/>
          <p:cNvSpPr/>
          <p:nvPr/>
        </p:nvSpPr>
        <p:spPr>
          <a:xfrm>
            <a:off x="9509760" y="228600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509760" y="23317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7D2FE"/>
                </a:solidFill>
              </a:rPr>
              <a:t>STEP 5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9601200" y="2560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Create Personalized Action Plan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548640" y="3383280"/>
            <a:ext cx="6858000" cy="2926080"/>
          </a:xfrm>
          <a:prstGeom prst="roundRect">
            <a:avLst>
              <a:gd name="adj" fmla="val 4688"/>
            </a:avLst>
          </a:prstGeom>
          <a:solidFill>
            <a:srgbClr val="F8F8FC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366F1"/>
                </a:solidFill>
              </a:rPr>
              <a:t>CAREER MATCH SCORE FORMULA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822960" y="3886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B2E"/>
                </a:solidFill>
              </a:rPr>
              <a:t>Skills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3017520" y="3950208"/>
            <a:ext cx="3017520" cy="201168"/>
          </a:xfrm>
          <a:prstGeom prst="roundRect">
            <a:avLst>
              <a:gd name="adj" fmla="val 50000"/>
            </a:avLst>
          </a:prstGeom>
          <a:solidFill>
            <a:srgbClr val="E6E6F0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017520" y="3950208"/>
            <a:ext cx="3017520" cy="20116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126480" y="38862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B2E"/>
                </a:solidFill>
              </a:rPr>
              <a:t>35%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822960" y="43251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B2E"/>
                </a:solidFill>
              </a:rPr>
              <a:t>Academic Profile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3017520" y="4389120"/>
            <a:ext cx="3017520" cy="201168"/>
          </a:xfrm>
          <a:prstGeom prst="roundRect">
            <a:avLst>
              <a:gd name="adj" fmla="val 50000"/>
            </a:avLst>
          </a:prstGeom>
          <a:solidFill>
            <a:srgbClr val="E6E6F0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017520" y="4389120"/>
            <a:ext cx="2155371" cy="20116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126480" y="432511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B2E"/>
                </a:solidFill>
              </a:rPr>
              <a:t>25%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822960" y="476402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B2E"/>
                </a:solidFill>
              </a:rPr>
              <a:t>Interests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3017520" y="4828032"/>
            <a:ext cx="3017520" cy="201168"/>
          </a:xfrm>
          <a:prstGeom prst="roundRect">
            <a:avLst>
              <a:gd name="adj" fmla="val 50000"/>
            </a:avLst>
          </a:prstGeom>
          <a:solidFill>
            <a:srgbClr val="E6E6F0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017520" y="4828032"/>
            <a:ext cx="1724297" cy="20116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126480" y="476402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B2E"/>
                </a:solidFill>
              </a:rPr>
              <a:t>20%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822960" y="520293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B2E"/>
                </a:solidFill>
              </a:rPr>
              <a:t>Projects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3017520" y="5266944"/>
            <a:ext cx="3017520" cy="201168"/>
          </a:xfrm>
          <a:prstGeom prst="roundRect">
            <a:avLst>
              <a:gd name="adj" fmla="val 50000"/>
            </a:avLst>
          </a:prstGeom>
          <a:solidFill>
            <a:srgbClr val="E6E6F0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017520" y="5266944"/>
            <a:ext cx="862149" cy="20116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126480" y="520293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B2E"/>
                </a:solidFill>
              </a:rPr>
              <a:t>10%</a:t>
            </a:r>
            <a:endParaRPr lang="en-US" sz="1200" dirty="0"/>
          </a:p>
        </p:txBody>
      </p:sp>
      <p:sp>
        <p:nvSpPr>
          <p:cNvPr id="106" name="Text 104"/>
          <p:cNvSpPr/>
          <p:nvPr/>
        </p:nvSpPr>
        <p:spPr>
          <a:xfrm>
            <a:off x="822960" y="56418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B2E"/>
                </a:solidFill>
              </a:rPr>
              <a:t>Industry Demand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3017520" y="5705856"/>
            <a:ext cx="3017520" cy="201168"/>
          </a:xfrm>
          <a:prstGeom prst="roundRect">
            <a:avLst>
              <a:gd name="adj" fmla="val 50000"/>
            </a:avLst>
          </a:prstGeom>
          <a:solidFill>
            <a:srgbClr val="E6E6F0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017520" y="5705856"/>
            <a:ext cx="862149" cy="20116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126480" y="56418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B2E"/>
                </a:solidFill>
              </a:rPr>
              <a:t>10%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7589520" y="3383280"/>
            <a:ext cx="4069080" cy="2926080"/>
          </a:xfrm>
          <a:prstGeom prst="roundRect">
            <a:avLst>
              <a:gd name="adj" fmla="val 4688"/>
            </a:avLst>
          </a:prstGeom>
          <a:solidFill>
            <a:srgbClr val="0E0E1A"/>
          </a:solidFill>
          <a:ln w="12700">
            <a:solidFill>
              <a:srgbClr val="0E0E1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81812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5B4FC"/>
                </a:solidFill>
              </a:rPr>
              <a:t>AI MODELS USED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7818120" y="3931920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1E1E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955280" y="4069080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275320" y="3931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E4FF"/>
                </a:solidFill>
              </a:rPr>
              <a:t>Gemini API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7818120" y="4480560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1E1E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955280" y="4617720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275320" y="4480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E4FF"/>
                </a:solidFill>
              </a:rPr>
              <a:t>Recommendation Engine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7818120" y="5029200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1E1E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955280" y="5166360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275320" y="5029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E4FF"/>
                </a:solidFill>
              </a:rPr>
              <a:t>Rule-Based Scoring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7818120" y="5577840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1E1E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955280" y="5715000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275320" y="5577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E4FF"/>
                </a:solidFill>
              </a:rPr>
              <a:t>Career Mapping System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 |  H2S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082735" y="54864"/>
            <a:ext cx="2743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E9E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INDIA.RUNS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93408"/>
            <a:ext cx="212339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3195" y="6693408"/>
            <a:ext cx="212339" cy="164592"/>
          </a:xfrm>
          <a:prstGeom prst="rect">
            <a:avLst/>
          </a:prstGeom>
          <a:solidFill>
            <a:srgbClr val="8A5CF6"/>
          </a:solidFill>
          <a:ln w="12700">
            <a:solidFill>
              <a:srgbClr val="8A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6390" y="6693408"/>
            <a:ext cx="212339" cy="164592"/>
          </a:xfrm>
          <a:prstGeom prst="rect">
            <a:avLst/>
          </a:prstGeom>
          <a:solidFill>
            <a:srgbClr val="885CF6"/>
          </a:solidFill>
          <a:ln w="12700">
            <a:solidFill>
              <a:srgbClr val="88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585" y="6693408"/>
            <a:ext cx="212339" cy="164592"/>
          </a:xfrm>
          <a:prstGeom prst="rect">
            <a:avLst/>
          </a:prstGeom>
          <a:solidFill>
            <a:srgbClr val="875DF5"/>
          </a:solidFill>
          <a:ln w="12700">
            <a:solidFill>
              <a:srgbClr val="875D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780" y="6693408"/>
            <a:ext cx="212339" cy="164592"/>
          </a:xfrm>
          <a:prstGeom prst="rect">
            <a:avLst/>
          </a:prstGeom>
          <a:solidFill>
            <a:srgbClr val="865DF5"/>
          </a:solidFill>
          <a:ln w="12700">
            <a:solidFill>
              <a:srgbClr val="865D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5975" y="6693408"/>
            <a:ext cx="212339" cy="164592"/>
          </a:xfrm>
          <a:prstGeom prst="rect">
            <a:avLst/>
          </a:prstGeom>
          <a:solidFill>
            <a:srgbClr val="845DF5"/>
          </a:solidFill>
          <a:ln w="12700">
            <a:solidFill>
              <a:srgbClr val="845D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9170" y="6693408"/>
            <a:ext cx="212339" cy="164592"/>
          </a:xfrm>
          <a:prstGeom prst="rect">
            <a:avLst/>
          </a:prstGeom>
          <a:solidFill>
            <a:srgbClr val="835DF5"/>
          </a:solidFill>
          <a:ln w="12700">
            <a:solidFill>
              <a:srgbClr val="835D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22364" y="6693408"/>
            <a:ext cx="212339" cy="164592"/>
          </a:xfrm>
          <a:prstGeom prst="rect">
            <a:avLst/>
          </a:prstGeom>
          <a:solidFill>
            <a:srgbClr val="825EF5"/>
          </a:solidFill>
          <a:ln w="12700">
            <a:solidFill>
              <a:srgbClr val="825E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25559" y="6693408"/>
            <a:ext cx="212339" cy="164592"/>
          </a:xfrm>
          <a:prstGeom prst="rect">
            <a:avLst/>
          </a:prstGeom>
          <a:solidFill>
            <a:srgbClr val="805EF5"/>
          </a:solidFill>
          <a:ln w="12700">
            <a:solidFill>
              <a:srgbClr val="805E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754" y="6693408"/>
            <a:ext cx="212339" cy="164592"/>
          </a:xfrm>
          <a:prstGeom prst="rect">
            <a:avLst/>
          </a:prstGeom>
          <a:solidFill>
            <a:srgbClr val="7F5EF4"/>
          </a:solidFill>
          <a:ln w="12700">
            <a:solidFill>
              <a:srgbClr val="7F5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31949" y="6693408"/>
            <a:ext cx="212339" cy="164592"/>
          </a:xfrm>
          <a:prstGeom prst="rect">
            <a:avLst/>
          </a:prstGeom>
          <a:solidFill>
            <a:srgbClr val="7D5EF4"/>
          </a:solidFill>
          <a:ln w="12700">
            <a:solidFill>
              <a:srgbClr val="7D5E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35144" y="6693408"/>
            <a:ext cx="212339" cy="164592"/>
          </a:xfrm>
          <a:prstGeom prst="rect">
            <a:avLst/>
          </a:prstGeom>
          <a:solidFill>
            <a:srgbClr val="7C5FF4"/>
          </a:solidFill>
          <a:ln w="12700">
            <a:solidFill>
              <a:srgbClr val="7C5F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38339" y="6693408"/>
            <a:ext cx="212339" cy="164592"/>
          </a:xfrm>
          <a:prstGeom prst="rect">
            <a:avLst/>
          </a:prstGeom>
          <a:solidFill>
            <a:srgbClr val="7B5FF4"/>
          </a:solidFill>
          <a:ln w="12700">
            <a:solidFill>
              <a:srgbClr val="7B5F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41534" y="6693408"/>
            <a:ext cx="212339" cy="164592"/>
          </a:xfrm>
          <a:prstGeom prst="rect">
            <a:avLst/>
          </a:prstGeom>
          <a:solidFill>
            <a:srgbClr val="795FF4"/>
          </a:solidFill>
          <a:ln w="12700">
            <a:solidFill>
              <a:srgbClr val="795F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44729" y="6693408"/>
            <a:ext cx="212339" cy="164592"/>
          </a:xfrm>
          <a:prstGeom prst="rect">
            <a:avLst/>
          </a:prstGeom>
          <a:solidFill>
            <a:srgbClr val="785FF4"/>
          </a:solidFill>
          <a:ln w="12700">
            <a:solidFill>
              <a:srgbClr val="785F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47924" y="6693408"/>
            <a:ext cx="212339" cy="164592"/>
          </a:xfrm>
          <a:prstGeom prst="rect">
            <a:avLst/>
          </a:prstGeom>
          <a:solidFill>
            <a:srgbClr val="7760F3"/>
          </a:solidFill>
          <a:ln w="12700">
            <a:solidFill>
              <a:srgbClr val="7760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51119" y="6693408"/>
            <a:ext cx="212339" cy="164592"/>
          </a:xfrm>
          <a:prstGeom prst="rect">
            <a:avLst/>
          </a:prstGeom>
          <a:solidFill>
            <a:srgbClr val="7560F3"/>
          </a:solidFill>
          <a:ln w="12700">
            <a:solidFill>
              <a:srgbClr val="756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54314" y="6693408"/>
            <a:ext cx="212339" cy="164592"/>
          </a:xfrm>
          <a:prstGeom prst="rect">
            <a:avLst/>
          </a:prstGeom>
          <a:solidFill>
            <a:srgbClr val="7460F3"/>
          </a:solidFill>
          <a:ln w="12700">
            <a:solidFill>
              <a:srgbClr val="7460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509" y="6693408"/>
            <a:ext cx="212339" cy="164592"/>
          </a:xfrm>
          <a:prstGeom prst="rect">
            <a:avLst/>
          </a:prstGeom>
          <a:solidFill>
            <a:srgbClr val="7360F3"/>
          </a:solidFill>
          <a:ln w="12700">
            <a:solidFill>
              <a:srgbClr val="7360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60703" y="6693408"/>
            <a:ext cx="212339" cy="164592"/>
          </a:xfrm>
          <a:prstGeom prst="rect">
            <a:avLst/>
          </a:prstGeom>
          <a:solidFill>
            <a:srgbClr val="7161F3"/>
          </a:solidFill>
          <a:ln w="12700">
            <a:solidFill>
              <a:srgbClr val="7161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3898" y="6693408"/>
            <a:ext cx="212339" cy="164592"/>
          </a:xfrm>
          <a:prstGeom prst="rect">
            <a:avLst/>
          </a:prstGeom>
          <a:solidFill>
            <a:srgbClr val="7061F3"/>
          </a:solidFill>
          <a:ln w="12700">
            <a:solidFill>
              <a:srgbClr val="7061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67093" y="6693408"/>
            <a:ext cx="212339" cy="164592"/>
          </a:xfrm>
          <a:prstGeom prst="rect">
            <a:avLst/>
          </a:prstGeom>
          <a:solidFill>
            <a:srgbClr val="6F61F2"/>
          </a:solidFill>
          <a:ln w="12700">
            <a:solidFill>
              <a:srgbClr val="6F61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70288" y="6693408"/>
            <a:ext cx="212339" cy="164592"/>
          </a:xfrm>
          <a:prstGeom prst="rect">
            <a:avLst/>
          </a:prstGeom>
          <a:solidFill>
            <a:srgbClr val="6D61F2"/>
          </a:solidFill>
          <a:ln w="12700">
            <a:solidFill>
              <a:srgbClr val="6D61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73483" y="6693408"/>
            <a:ext cx="212339" cy="164592"/>
          </a:xfrm>
          <a:prstGeom prst="rect">
            <a:avLst/>
          </a:prstGeom>
          <a:solidFill>
            <a:srgbClr val="6C61F2"/>
          </a:solidFill>
          <a:ln w="12700">
            <a:solidFill>
              <a:srgbClr val="6C61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76678" y="6693408"/>
            <a:ext cx="212339" cy="164592"/>
          </a:xfrm>
          <a:prstGeom prst="rect">
            <a:avLst/>
          </a:prstGeom>
          <a:solidFill>
            <a:srgbClr val="6A62F2"/>
          </a:solidFill>
          <a:ln w="12700">
            <a:solidFill>
              <a:srgbClr val="6A6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79873" y="6693408"/>
            <a:ext cx="212339" cy="164592"/>
          </a:xfrm>
          <a:prstGeom prst="rect">
            <a:avLst/>
          </a:prstGeom>
          <a:solidFill>
            <a:srgbClr val="6962F2"/>
          </a:solidFill>
          <a:ln w="12700">
            <a:solidFill>
              <a:srgbClr val="6962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83068" y="6693408"/>
            <a:ext cx="212339" cy="164592"/>
          </a:xfrm>
          <a:prstGeom prst="rect">
            <a:avLst/>
          </a:prstGeom>
          <a:solidFill>
            <a:srgbClr val="6862F2"/>
          </a:solidFill>
          <a:ln w="12700">
            <a:solidFill>
              <a:srgbClr val="6862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263" y="6693408"/>
            <a:ext cx="212339" cy="164592"/>
          </a:xfrm>
          <a:prstGeom prst="rect">
            <a:avLst/>
          </a:prstGeom>
          <a:solidFill>
            <a:srgbClr val="6662F1"/>
          </a:solidFill>
          <a:ln w="12700">
            <a:solidFill>
              <a:srgbClr val="6662F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89458" y="6693408"/>
            <a:ext cx="212339" cy="164592"/>
          </a:xfrm>
          <a:prstGeom prst="rect">
            <a:avLst/>
          </a:prstGeom>
          <a:solidFill>
            <a:srgbClr val="6563F1"/>
          </a:solidFill>
          <a:ln w="12700">
            <a:solidFill>
              <a:srgbClr val="6563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2653" y="6693408"/>
            <a:ext cx="212339" cy="164592"/>
          </a:xfrm>
          <a:prstGeom prst="rect">
            <a:avLst/>
          </a:prstGeom>
          <a:solidFill>
            <a:srgbClr val="6463F1"/>
          </a:solidFill>
          <a:ln w="12700">
            <a:solidFill>
              <a:srgbClr val="6463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95848" y="6693408"/>
            <a:ext cx="212339" cy="164592"/>
          </a:xfrm>
          <a:prstGeom prst="rect">
            <a:avLst/>
          </a:prstGeom>
          <a:solidFill>
            <a:srgbClr val="6164F1"/>
          </a:solidFill>
          <a:ln w="12700">
            <a:solidFill>
              <a:srgbClr val="6164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99043" y="6693408"/>
            <a:ext cx="212339" cy="164592"/>
          </a:xfrm>
          <a:prstGeom prst="rect">
            <a:avLst/>
          </a:prstGeom>
          <a:solidFill>
            <a:srgbClr val="5E67F0"/>
          </a:solidFill>
          <a:ln w="12700">
            <a:solidFill>
              <a:srgbClr val="5E6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02237" y="6693408"/>
            <a:ext cx="212339" cy="164592"/>
          </a:xfrm>
          <a:prstGeom prst="rect">
            <a:avLst/>
          </a:prstGeom>
          <a:solidFill>
            <a:srgbClr val="5B6AEF"/>
          </a:solidFill>
          <a:ln w="12700">
            <a:solidFill>
              <a:srgbClr val="5B6A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05432" y="6693408"/>
            <a:ext cx="212339" cy="164592"/>
          </a:xfrm>
          <a:prstGeom prst="rect">
            <a:avLst/>
          </a:prstGeom>
          <a:solidFill>
            <a:srgbClr val="586DEE"/>
          </a:solidFill>
          <a:ln w="12700">
            <a:solidFill>
              <a:srgbClr val="586D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08627" y="6693408"/>
            <a:ext cx="212339" cy="164592"/>
          </a:xfrm>
          <a:prstGeom prst="rect">
            <a:avLst/>
          </a:prstGeom>
          <a:solidFill>
            <a:srgbClr val="5570ED"/>
          </a:solidFill>
          <a:ln w="12700">
            <a:solidFill>
              <a:srgbClr val="5570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11822" y="6693408"/>
            <a:ext cx="212339" cy="164592"/>
          </a:xfrm>
          <a:prstGeom prst="rect">
            <a:avLst/>
          </a:prstGeom>
          <a:solidFill>
            <a:srgbClr val="5272EC"/>
          </a:solidFill>
          <a:ln w="12700">
            <a:solidFill>
              <a:srgbClr val="5272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017" y="6693408"/>
            <a:ext cx="212339" cy="164592"/>
          </a:xfrm>
          <a:prstGeom prst="rect">
            <a:avLst/>
          </a:prstGeom>
          <a:solidFill>
            <a:srgbClr val="4F75EB"/>
          </a:solidFill>
          <a:ln w="12700">
            <a:solidFill>
              <a:srgbClr val="4F75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18212" y="6693408"/>
            <a:ext cx="212339" cy="164592"/>
          </a:xfrm>
          <a:prstGeom prst="rect">
            <a:avLst/>
          </a:prstGeom>
          <a:solidFill>
            <a:srgbClr val="4B78EA"/>
          </a:solidFill>
          <a:ln w="12700">
            <a:solidFill>
              <a:srgbClr val="4B78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21407" y="6693408"/>
            <a:ext cx="212339" cy="164592"/>
          </a:xfrm>
          <a:prstGeom prst="rect">
            <a:avLst/>
          </a:prstGeom>
          <a:solidFill>
            <a:srgbClr val="487BE9"/>
          </a:solidFill>
          <a:ln w="12700">
            <a:solidFill>
              <a:srgbClr val="487BE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24602" y="6693408"/>
            <a:ext cx="212339" cy="164592"/>
          </a:xfrm>
          <a:prstGeom prst="rect">
            <a:avLst/>
          </a:prstGeom>
          <a:solidFill>
            <a:srgbClr val="457EE8"/>
          </a:solidFill>
          <a:ln w="12700">
            <a:solidFill>
              <a:srgbClr val="457E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27797" y="6693408"/>
            <a:ext cx="212339" cy="164592"/>
          </a:xfrm>
          <a:prstGeom prst="rect">
            <a:avLst/>
          </a:prstGeom>
          <a:solidFill>
            <a:srgbClr val="4281E7"/>
          </a:solidFill>
          <a:ln w="12700">
            <a:solidFill>
              <a:srgbClr val="4281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30992" y="6693408"/>
            <a:ext cx="212339" cy="164592"/>
          </a:xfrm>
          <a:prstGeom prst="rect">
            <a:avLst/>
          </a:prstGeom>
          <a:solidFill>
            <a:srgbClr val="3F83E6"/>
          </a:solidFill>
          <a:ln w="12700">
            <a:solidFill>
              <a:srgbClr val="3F83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34187" y="6693408"/>
            <a:ext cx="212339" cy="164592"/>
          </a:xfrm>
          <a:prstGeom prst="rect">
            <a:avLst/>
          </a:prstGeom>
          <a:solidFill>
            <a:srgbClr val="3C86E5"/>
          </a:solidFill>
          <a:ln w="12700">
            <a:solidFill>
              <a:srgbClr val="3C86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37382" y="6693408"/>
            <a:ext cx="212339" cy="164592"/>
          </a:xfrm>
          <a:prstGeom prst="rect">
            <a:avLst/>
          </a:prstGeom>
          <a:solidFill>
            <a:srgbClr val="3889E4"/>
          </a:solidFill>
          <a:ln w="12700">
            <a:solidFill>
              <a:srgbClr val="3889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40576" y="6693408"/>
            <a:ext cx="212339" cy="164592"/>
          </a:xfrm>
          <a:prstGeom prst="rect">
            <a:avLst/>
          </a:prstGeom>
          <a:solidFill>
            <a:srgbClr val="358CE3"/>
          </a:solidFill>
          <a:ln w="12700">
            <a:solidFill>
              <a:srgbClr val="358C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3771" y="6693408"/>
            <a:ext cx="212339" cy="164592"/>
          </a:xfrm>
          <a:prstGeom prst="rect">
            <a:avLst/>
          </a:prstGeom>
          <a:solidFill>
            <a:srgbClr val="328FE2"/>
          </a:solidFill>
          <a:ln w="12700">
            <a:solidFill>
              <a:srgbClr val="328F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46966" y="6693408"/>
            <a:ext cx="212339" cy="164592"/>
          </a:xfrm>
          <a:prstGeom prst="rect">
            <a:avLst/>
          </a:prstGeom>
          <a:solidFill>
            <a:srgbClr val="2F91E1"/>
          </a:solidFill>
          <a:ln w="12700">
            <a:solidFill>
              <a:srgbClr val="2F91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50161" y="6693408"/>
            <a:ext cx="212339" cy="164592"/>
          </a:xfrm>
          <a:prstGeom prst="rect">
            <a:avLst/>
          </a:prstGeom>
          <a:solidFill>
            <a:srgbClr val="2C94E0"/>
          </a:solidFill>
          <a:ln w="12700">
            <a:solidFill>
              <a:srgbClr val="2C94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753356" y="6693408"/>
            <a:ext cx="212339" cy="164592"/>
          </a:xfrm>
          <a:prstGeom prst="rect">
            <a:avLst/>
          </a:prstGeom>
          <a:solidFill>
            <a:srgbClr val="2997DF"/>
          </a:solidFill>
          <a:ln w="12700">
            <a:solidFill>
              <a:srgbClr val="2997D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56551" y="6693408"/>
            <a:ext cx="212339" cy="164592"/>
          </a:xfrm>
          <a:prstGeom prst="rect">
            <a:avLst/>
          </a:prstGeom>
          <a:solidFill>
            <a:srgbClr val="269ADE"/>
          </a:solidFill>
          <a:ln w="12700">
            <a:solidFill>
              <a:srgbClr val="269AD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59746" y="6693408"/>
            <a:ext cx="212339" cy="164592"/>
          </a:xfrm>
          <a:prstGeom prst="rect">
            <a:avLst/>
          </a:prstGeom>
          <a:solidFill>
            <a:srgbClr val="229DDD"/>
          </a:solidFill>
          <a:ln w="12700">
            <a:solidFill>
              <a:srgbClr val="229DD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362941" y="6693408"/>
            <a:ext cx="212339" cy="164592"/>
          </a:xfrm>
          <a:prstGeom prst="rect">
            <a:avLst/>
          </a:prstGeom>
          <a:solidFill>
            <a:srgbClr val="1F9FDC"/>
          </a:solidFill>
          <a:ln w="12700">
            <a:solidFill>
              <a:srgbClr val="1F9FD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566136" y="6693408"/>
            <a:ext cx="212339" cy="164592"/>
          </a:xfrm>
          <a:prstGeom prst="rect">
            <a:avLst/>
          </a:prstGeom>
          <a:solidFill>
            <a:srgbClr val="1CA2DB"/>
          </a:solidFill>
          <a:ln w="12700">
            <a:solidFill>
              <a:srgbClr val="1CA2D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769331" y="6693408"/>
            <a:ext cx="212339" cy="164592"/>
          </a:xfrm>
          <a:prstGeom prst="rect">
            <a:avLst/>
          </a:prstGeom>
          <a:solidFill>
            <a:srgbClr val="19A5DA"/>
          </a:solidFill>
          <a:ln w="12700">
            <a:solidFill>
              <a:srgbClr val="19A5D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972526" y="6693408"/>
            <a:ext cx="212339" cy="164592"/>
          </a:xfrm>
          <a:prstGeom prst="rect">
            <a:avLst/>
          </a:prstGeom>
          <a:solidFill>
            <a:srgbClr val="16A8D9"/>
          </a:solidFill>
          <a:ln w="12700">
            <a:solidFill>
              <a:srgbClr val="16A8D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175721" y="6693408"/>
            <a:ext cx="212339" cy="164592"/>
          </a:xfrm>
          <a:prstGeom prst="rect">
            <a:avLst/>
          </a:prstGeom>
          <a:solidFill>
            <a:srgbClr val="13ABD8"/>
          </a:solidFill>
          <a:ln w="12700">
            <a:solidFill>
              <a:srgbClr val="13ABD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378916" y="6693408"/>
            <a:ext cx="212339" cy="164592"/>
          </a:xfrm>
          <a:prstGeom prst="rect">
            <a:avLst/>
          </a:prstGeom>
          <a:solidFill>
            <a:srgbClr val="0FAED7"/>
          </a:solidFill>
          <a:ln w="12700">
            <a:solidFill>
              <a:srgbClr val="0FAED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582110" y="6693408"/>
            <a:ext cx="212339" cy="164592"/>
          </a:xfrm>
          <a:prstGeom prst="rect">
            <a:avLst/>
          </a:prstGeom>
          <a:solidFill>
            <a:srgbClr val="0CB0D6"/>
          </a:solidFill>
          <a:ln w="12700">
            <a:solidFill>
              <a:srgbClr val="0CB0D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785305" y="6693408"/>
            <a:ext cx="212339" cy="164592"/>
          </a:xfrm>
          <a:prstGeom prst="rect">
            <a:avLst/>
          </a:prstGeom>
          <a:solidFill>
            <a:srgbClr val="09B3D5"/>
          </a:solidFill>
          <a:ln w="12700">
            <a:solidFill>
              <a:srgbClr val="09B3D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988500" y="6693408"/>
            <a:ext cx="212339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728655" y="64008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05 / 11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Validation</a:t>
            </a:r>
            <a:endParaRPr lang="en-US" sz="3200" dirty="0"/>
          </a:p>
        </p:txBody>
      </p:sp>
      <p:sp>
        <p:nvSpPr>
          <p:cNvPr id="67" name="Shape 65"/>
          <p:cNvSpPr/>
          <p:nvPr/>
        </p:nvSpPr>
        <p:spPr>
          <a:xfrm>
            <a:off x="548640" y="1463040"/>
            <a:ext cx="64008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6E"/>
                </a:solidFill>
              </a:rPr>
              <a:t>Every recommendation comes with evidence — never a black box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548640" y="2148840"/>
            <a:ext cx="3749040" cy="4160520"/>
          </a:xfrm>
          <a:prstGeom prst="roundRect">
            <a:avLst>
              <a:gd name="adj" fmla="val 3659"/>
            </a:avLst>
          </a:prstGeom>
          <a:solidFill>
            <a:srgbClr val="F8F8FC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77240" y="2286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366F1"/>
                </a:solidFill>
              </a:rPr>
              <a:t>EACH RECOMMENDATION INCLUDES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822960" y="2743200"/>
            <a:ext cx="228600" cy="2286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143000" y="26700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E"/>
                </a:solidFill>
              </a:rPr>
              <a:t>Match Percentage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822960" y="3246120"/>
            <a:ext cx="228600" cy="2286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143000" y="31729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E"/>
                </a:solidFill>
              </a:rPr>
              <a:t>Required Skills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822960" y="3749040"/>
            <a:ext cx="228600" cy="2286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143000" y="36758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E"/>
                </a:solidFill>
              </a:rPr>
              <a:t>Salary Range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822960" y="4251960"/>
            <a:ext cx="228600" cy="2286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43000" y="41788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E"/>
                </a:solidFill>
              </a:rPr>
              <a:t>Industry Demand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822960" y="4754880"/>
            <a:ext cx="228600" cy="2286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143000" y="46817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E"/>
                </a:solidFill>
              </a:rPr>
              <a:t>Missing Competencies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4480560" y="2148840"/>
            <a:ext cx="3749040" cy="4160520"/>
          </a:xfrm>
          <a:prstGeom prst="roundRect">
            <a:avLst>
              <a:gd name="adj" fmla="val 3659"/>
            </a:avLst>
          </a:prstGeom>
          <a:solidFill>
            <a:srgbClr val="0E0E1A"/>
          </a:solidFill>
          <a:ln w="12700">
            <a:solidFill>
              <a:srgbClr val="0E0E1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709160" y="2286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5B4FC"/>
                </a:solidFill>
              </a:rPr>
              <a:t>EXAMPLE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4709160" y="2606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Full Stack Developer</a:t>
            </a:r>
            <a:endParaRPr lang="en-US" sz="1700" dirty="0"/>
          </a:p>
        </p:txBody>
      </p:sp>
      <p:sp>
        <p:nvSpPr>
          <p:cNvPr id="84" name="Text 82"/>
          <p:cNvSpPr/>
          <p:nvPr/>
        </p:nvSpPr>
        <p:spPr>
          <a:xfrm>
            <a:off x="4709160" y="31089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6EE7B7"/>
                </a:solidFill>
              </a:rPr>
              <a:t>94%</a:t>
            </a:r>
            <a:endParaRPr lang="en-US" sz="7200" dirty="0"/>
          </a:p>
        </p:txBody>
      </p:sp>
      <p:sp>
        <p:nvSpPr>
          <p:cNvPr id="85" name="Text 83"/>
          <p:cNvSpPr/>
          <p:nvPr/>
        </p:nvSpPr>
        <p:spPr>
          <a:xfrm>
            <a:off x="4709160" y="4297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A5B4FC"/>
                </a:solidFill>
              </a:rPr>
              <a:t>MATCH SCORE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4709160" y="4754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CA5A5"/>
                </a:solidFill>
              </a:rPr>
              <a:t>MISSING SKILLS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4709160" y="5074920"/>
            <a:ext cx="3291840" cy="411480"/>
          </a:xfrm>
          <a:prstGeom prst="roundRect">
            <a:avLst>
              <a:gd name="adj" fmla="val 17778"/>
            </a:avLst>
          </a:prstGeom>
          <a:solidFill>
            <a:srgbClr val="1E1E3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846320" y="5074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ECACA"/>
                </a:solidFill>
              </a:rPr>
              <a:t>•  Backend Development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4709160" y="5577840"/>
            <a:ext cx="3291840" cy="411480"/>
          </a:xfrm>
          <a:prstGeom prst="roundRect">
            <a:avLst>
              <a:gd name="adj" fmla="val 17778"/>
            </a:avLst>
          </a:prstGeom>
          <a:solidFill>
            <a:srgbClr val="1E1E3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846320" y="55778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ECACA"/>
                </a:solidFill>
              </a:rPr>
              <a:t>•  System Design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8412480" y="2148840"/>
            <a:ext cx="3246120" cy="1965960"/>
          </a:xfrm>
          <a:prstGeom prst="roundRect">
            <a:avLst>
              <a:gd name="adj" fmla="val 6977"/>
            </a:avLst>
          </a:prstGeom>
          <a:solidFill>
            <a:srgbClr val="F8F8FC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59536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6B6D4"/>
                </a:solidFill>
              </a:rPr>
              <a:t>PREVENTING HALLUCINATIONS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8595360" y="26060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2E"/>
                </a:solidFill>
              </a:rPr>
              <a:t>✓  Structured prompts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8595360" y="291693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2E"/>
                </a:solidFill>
              </a:rPr>
              <a:t>✓  Verified career datasets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8595360" y="322783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2E"/>
                </a:solidFill>
              </a:rPr>
              <a:t>✓  Rule-based validation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8595360" y="35387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2E"/>
                </a:solidFill>
              </a:rPr>
              <a:t>✓  Explainable AI outputs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8412480" y="4297680"/>
            <a:ext cx="3246120" cy="2011680"/>
          </a:xfrm>
          <a:prstGeom prst="roundRect">
            <a:avLst>
              <a:gd name="adj" fmla="val 6818"/>
            </a:avLst>
          </a:prstGeom>
          <a:solidFill>
            <a:srgbClr val="F8F8FC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595360" y="4434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C4899"/>
                </a:solidFill>
              </a:rPr>
              <a:t>LOW-QUALITY PROFILES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8595360" y="475488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2E"/>
                </a:solidFill>
              </a:rPr>
              <a:t>⚠  Missing information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8595360" y="510235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2E"/>
                </a:solidFill>
              </a:rPr>
              <a:t>⚠  Unrealistic goals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8595360" y="544982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2E"/>
                </a:solidFill>
              </a:rPr>
              <a:t>⚠  Weak academic profiles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8595360" y="579729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2E"/>
                </a:solidFill>
              </a:rPr>
              <a:t>⚠  Skill gaps → improvement plans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 |  H2S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082735" y="54864"/>
            <a:ext cx="2743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E9E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INDIA.RUNS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93408"/>
            <a:ext cx="212339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3195" y="6693408"/>
            <a:ext cx="212339" cy="164592"/>
          </a:xfrm>
          <a:prstGeom prst="rect">
            <a:avLst/>
          </a:prstGeom>
          <a:solidFill>
            <a:srgbClr val="8A5CF6"/>
          </a:solidFill>
          <a:ln w="12700">
            <a:solidFill>
              <a:srgbClr val="8A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6390" y="6693408"/>
            <a:ext cx="212339" cy="164592"/>
          </a:xfrm>
          <a:prstGeom prst="rect">
            <a:avLst/>
          </a:prstGeom>
          <a:solidFill>
            <a:srgbClr val="885CF6"/>
          </a:solidFill>
          <a:ln w="12700">
            <a:solidFill>
              <a:srgbClr val="88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585" y="6693408"/>
            <a:ext cx="212339" cy="164592"/>
          </a:xfrm>
          <a:prstGeom prst="rect">
            <a:avLst/>
          </a:prstGeom>
          <a:solidFill>
            <a:srgbClr val="875DF5"/>
          </a:solidFill>
          <a:ln w="12700">
            <a:solidFill>
              <a:srgbClr val="875D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780" y="6693408"/>
            <a:ext cx="212339" cy="164592"/>
          </a:xfrm>
          <a:prstGeom prst="rect">
            <a:avLst/>
          </a:prstGeom>
          <a:solidFill>
            <a:srgbClr val="865DF5"/>
          </a:solidFill>
          <a:ln w="12700">
            <a:solidFill>
              <a:srgbClr val="865D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5975" y="6693408"/>
            <a:ext cx="212339" cy="164592"/>
          </a:xfrm>
          <a:prstGeom prst="rect">
            <a:avLst/>
          </a:prstGeom>
          <a:solidFill>
            <a:srgbClr val="845DF5"/>
          </a:solidFill>
          <a:ln w="12700">
            <a:solidFill>
              <a:srgbClr val="845D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9170" y="6693408"/>
            <a:ext cx="212339" cy="164592"/>
          </a:xfrm>
          <a:prstGeom prst="rect">
            <a:avLst/>
          </a:prstGeom>
          <a:solidFill>
            <a:srgbClr val="835DF5"/>
          </a:solidFill>
          <a:ln w="12700">
            <a:solidFill>
              <a:srgbClr val="835D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22364" y="6693408"/>
            <a:ext cx="212339" cy="164592"/>
          </a:xfrm>
          <a:prstGeom prst="rect">
            <a:avLst/>
          </a:prstGeom>
          <a:solidFill>
            <a:srgbClr val="825EF5"/>
          </a:solidFill>
          <a:ln w="12700">
            <a:solidFill>
              <a:srgbClr val="825E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25559" y="6693408"/>
            <a:ext cx="212339" cy="164592"/>
          </a:xfrm>
          <a:prstGeom prst="rect">
            <a:avLst/>
          </a:prstGeom>
          <a:solidFill>
            <a:srgbClr val="805EF5"/>
          </a:solidFill>
          <a:ln w="12700">
            <a:solidFill>
              <a:srgbClr val="805E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754" y="6693408"/>
            <a:ext cx="212339" cy="164592"/>
          </a:xfrm>
          <a:prstGeom prst="rect">
            <a:avLst/>
          </a:prstGeom>
          <a:solidFill>
            <a:srgbClr val="7F5EF4"/>
          </a:solidFill>
          <a:ln w="12700">
            <a:solidFill>
              <a:srgbClr val="7F5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31949" y="6693408"/>
            <a:ext cx="212339" cy="164592"/>
          </a:xfrm>
          <a:prstGeom prst="rect">
            <a:avLst/>
          </a:prstGeom>
          <a:solidFill>
            <a:srgbClr val="7D5EF4"/>
          </a:solidFill>
          <a:ln w="12700">
            <a:solidFill>
              <a:srgbClr val="7D5E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35144" y="6693408"/>
            <a:ext cx="212339" cy="164592"/>
          </a:xfrm>
          <a:prstGeom prst="rect">
            <a:avLst/>
          </a:prstGeom>
          <a:solidFill>
            <a:srgbClr val="7C5FF4"/>
          </a:solidFill>
          <a:ln w="12700">
            <a:solidFill>
              <a:srgbClr val="7C5F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38339" y="6693408"/>
            <a:ext cx="212339" cy="164592"/>
          </a:xfrm>
          <a:prstGeom prst="rect">
            <a:avLst/>
          </a:prstGeom>
          <a:solidFill>
            <a:srgbClr val="7B5FF4"/>
          </a:solidFill>
          <a:ln w="12700">
            <a:solidFill>
              <a:srgbClr val="7B5F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41534" y="6693408"/>
            <a:ext cx="212339" cy="164592"/>
          </a:xfrm>
          <a:prstGeom prst="rect">
            <a:avLst/>
          </a:prstGeom>
          <a:solidFill>
            <a:srgbClr val="795FF4"/>
          </a:solidFill>
          <a:ln w="12700">
            <a:solidFill>
              <a:srgbClr val="795F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44729" y="6693408"/>
            <a:ext cx="212339" cy="164592"/>
          </a:xfrm>
          <a:prstGeom prst="rect">
            <a:avLst/>
          </a:prstGeom>
          <a:solidFill>
            <a:srgbClr val="785FF4"/>
          </a:solidFill>
          <a:ln w="12700">
            <a:solidFill>
              <a:srgbClr val="785F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47924" y="6693408"/>
            <a:ext cx="212339" cy="164592"/>
          </a:xfrm>
          <a:prstGeom prst="rect">
            <a:avLst/>
          </a:prstGeom>
          <a:solidFill>
            <a:srgbClr val="7760F3"/>
          </a:solidFill>
          <a:ln w="12700">
            <a:solidFill>
              <a:srgbClr val="7760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51119" y="6693408"/>
            <a:ext cx="212339" cy="164592"/>
          </a:xfrm>
          <a:prstGeom prst="rect">
            <a:avLst/>
          </a:prstGeom>
          <a:solidFill>
            <a:srgbClr val="7560F3"/>
          </a:solidFill>
          <a:ln w="12700">
            <a:solidFill>
              <a:srgbClr val="756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54314" y="6693408"/>
            <a:ext cx="212339" cy="164592"/>
          </a:xfrm>
          <a:prstGeom prst="rect">
            <a:avLst/>
          </a:prstGeom>
          <a:solidFill>
            <a:srgbClr val="7460F3"/>
          </a:solidFill>
          <a:ln w="12700">
            <a:solidFill>
              <a:srgbClr val="7460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509" y="6693408"/>
            <a:ext cx="212339" cy="164592"/>
          </a:xfrm>
          <a:prstGeom prst="rect">
            <a:avLst/>
          </a:prstGeom>
          <a:solidFill>
            <a:srgbClr val="7360F3"/>
          </a:solidFill>
          <a:ln w="12700">
            <a:solidFill>
              <a:srgbClr val="7360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60703" y="6693408"/>
            <a:ext cx="212339" cy="164592"/>
          </a:xfrm>
          <a:prstGeom prst="rect">
            <a:avLst/>
          </a:prstGeom>
          <a:solidFill>
            <a:srgbClr val="7161F3"/>
          </a:solidFill>
          <a:ln w="12700">
            <a:solidFill>
              <a:srgbClr val="7161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3898" y="6693408"/>
            <a:ext cx="212339" cy="164592"/>
          </a:xfrm>
          <a:prstGeom prst="rect">
            <a:avLst/>
          </a:prstGeom>
          <a:solidFill>
            <a:srgbClr val="7061F3"/>
          </a:solidFill>
          <a:ln w="12700">
            <a:solidFill>
              <a:srgbClr val="7061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67093" y="6693408"/>
            <a:ext cx="212339" cy="164592"/>
          </a:xfrm>
          <a:prstGeom prst="rect">
            <a:avLst/>
          </a:prstGeom>
          <a:solidFill>
            <a:srgbClr val="6F61F2"/>
          </a:solidFill>
          <a:ln w="12700">
            <a:solidFill>
              <a:srgbClr val="6F61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70288" y="6693408"/>
            <a:ext cx="212339" cy="164592"/>
          </a:xfrm>
          <a:prstGeom prst="rect">
            <a:avLst/>
          </a:prstGeom>
          <a:solidFill>
            <a:srgbClr val="6D61F2"/>
          </a:solidFill>
          <a:ln w="12700">
            <a:solidFill>
              <a:srgbClr val="6D61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73483" y="6693408"/>
            <a:ext cx="212339" cy="164592"/>
          </a:xfrm>
          <a:prstGeom prst="rect">
            <a:avLst/>
          </a:prstGeom>
          <a:solidFill>
            <a:srgbClr val="6C61F2"/>
          </a:solidFill>
          <a:ln w="12700">
            <a:solidFill>
              <a:srgbClr val="6C61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76678" y="6693408"/>
            <a:ext cx="212339" cy="164592"/>
          </a:xfrm>
          <a:prstGeom prst="rect">
            <a:avLst/>
          </a:prstGeom>
          <a:solidFill>
            <a:srgbClr val="6A62F2"/>
          </a:solidFill>
          <a:ln w="12700">
            <a:solidFill>
              <a:srgbClr val="6A6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79873" y="6693408"/>
            <a:ext cx="212339" cy="164592"/>
          </a:xfrm>
          <a:prstGeom prst="rect">
            <a:avLst/>
          </a:prstGeom>
          <a:solidFill>
            <a:srgbClr val="6962F2"/>
          </a:solidFill>
          <a:ln w="12700">
            <a:solidFill>
              <a:srgbClr val="6962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83068" y="6693408"/>
            <a:ext cx="212339" cy="164592"/>
          </a:xfrm>
          <a:prstGeom prst="rect">
            <a:avLst/>
          </a:prstGeom>
          <a:solidFill>
            <a:srgbClr val="6862F2"/>
          </a:solidFill>
          <a:ln w="12700">
            <a:solidFill>
              <a:srgbClr val="6862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263" y="6693408"/>
            <a:ext cx="212339" cy="164592"/>
          </a:xfrm>
          <a:prstGeom prst="rect">
            <a:avLst/>
          </a:prstGeom>
          <a:solidFill>
            <a:srgbClr val="6662F1"/>
          </a:solidFill>
          <a:ln w="12700">
            <a:solidFill>
              <a:srgbClr val="6662F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89458" y="6693408"/>
            <a:ext cx="212339" cy="164592"/>
          </a:xfrm>
          <a:prstGeom prst="rect">
            <a:avLst/>
          </a:prstGeom>
          <a:solidFill>
            <a:srgbClr val="6563F1"/>
          </a:solidFill>
          <a:ln w="12700">
            <a:solidFill>
              <a:srgbClr val="6563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2653" y="6693408"/>
            <a:ext cx="212339" cy="164592"/>
          </a:xfrm>
          <a:prstGeom prst="rect">
            <a:avLst/>
          </a:prstGeom>
          <a:solidFill>
            <a:srgbClr val="6463F1"/>
          </a:solidFill>
          <a:ln w="12700">
            <a:solidFill>
              <a:srgbClr val="6463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95848" y="6693408"/>
            <a:ext cx="212339" cy="164592"/>
          </a:xfrm>
          <a:prstGeom prst="rect">
            <a:avLst/>
          </a:prstGeom>
          <a:solidFill>
            <a:srgbClr val="6164F1"/>
          </a:solidFill>
          <a:ln w="12700">
            <a:solidFill>
              <a:srgbClr val="6164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99043" y="6693408"/>
            <a:ext cx="212339" cy="164592"/>
          </a:xfrm>
          <a:prstGeom prst="rect">
            <a:avLst/>
          </a:prstGeom>
          <a:solidFill>
            <a:srgbClr val="5E67F0"/>
          </a:solidFill>
          <a:ln w="12700">
            <a:solidFill>
              <a:srgbClr val="5E6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02237" y="6693408"/>
            <a:ext cx="212339" cy="164592"/>
          </a:xfrm>
          <a:prstGeom prst="rect">
            <a:avLst/>
          </a:prstGeom>
          <a:solidFill>
            <a:srgbClr val="5B6AEF"/>
          </a:solidFill>
          <a:ln w="12700">
            <a:solidFill>
              <a:srgbClr val="5B6A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05432" y="6693408"/>
            <a:ext cx="212339" cy="164592"/>
          </a:xfrm>
          <a:prstGeom prst="rect">
            <a:avLst/>
          </a:prstGeom>
          <a:solidFill>
            <a:srgbClr val="586DEE"/>
          </a:solidFill>
          <a:ln w="12700">
            <a:solidFill>
              <a:srgbClr val="586D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08627" y="6693408"/>
            <a:ext cx="212339" cy="164592"/>
          </a:xfrm>
          <a:prstGeom prst="rect">
            <a:avLst/>
          </a:prstGeom>
          <a:solidFill>
            <a:srgbClr val="5570ED"/>
          </a:solidFill>
          <a:ln w="12700">
            <a:solidFill>
              <a:srgbClr val="5570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11822" y="6693408"/>
            <a:ext cx="212339" cy="164592"/>
          </a:xfrm>
          <a:prstGeom prst="rect">
            <a:avLst/>
          </a:prstGeom>
          <a:solidFill>
            <a:srgbClr val="5272EC"/>
          </a:solidFill>
          <a:ln w="12700">
            <a:solidFill>
              <a:srgbClr val="5272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017" y="6693408"/>
            <a:ext cx="212339" cy="164592"/>
          </a:xfrm>
          <a:prstGeom prst="rect">
            <a:avLst/>
          </a:prstGeom>
          <a:solidFill>
            <a:srgbClr val="4F75EB"/>
          </a:solidFill>
          <a:ln w="12700">
            <a:solidFill>
              <a:srgbClr val="4F75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18212" y="6693408"/>
            <a:ext cx="212339" cy="164592"/>
          </a:xfrm>
          <a:prstGeom prst="rect">
            <a:avLst/>
          </a:prstGeom>
          <a:solidFill>
            <a:srgbClr val="4B78EA"/>
          </a:solidFill>
          <a:ln w="12700">
            <a:solidFill>
              <a:srgbClr val="4B78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21407" y="6693408"/>
            <a:ext cx="212339" cy="164592"/>
          </a:xfrm>
          <a:prstGeom prst="rect">
            <a:avLst/>
          </a:prstGeom>
          <a:solidFill>
            <a:srgbClr val="487BE9"/>
          </a:solidFill>
          <a:ln w="12700">
            <a:solidFill>
              <a:srgbClr val="487BE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24602" y="6693408"/>
            <a:ext cx="212339" cy="164592"/>
          </a:xfrm>
          <a:prstGeom prst="rect">
            <a:avLst/>
          </a:prstGeom>
          <a:solidFill>
            <a:srgbClr val="457EE8"/>
          </a:solidFill>
          <a:ln w="12700">
            <a:solidFill>
              <a:srgbClr val="457E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27797" y="6693408"/>
            <a:ext cx="212339" cy="164592"/>
          </a:xfrm>
          <a:prstGeom prst="rect">
            <a:avLst/>
          </a:prstGeom>
          <a:solidFill>
            <a:srgbClr val="4281E7"/>
          </a:solidFill>
          <a:ln w="12700">
            <a:solidFill>
              <a:srgbClr val="4281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30992" y="6693408"/>
            <a:ext cx="212339" cy="164592"/>
          </a:xfrm>
          <a:prstGeom prst="rect">
            <a:avLst/>
          </a:prstGeom>
          <a:solidFill>
            <a:srgbClr val="3F83E6"/>
          </a:solidFill>
          <a:ln w="12700">
            <a:solidFill>
              <a:srgbClr val="3F83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34187" y="6693408"/>
            <a:ext cx="212339" cy="164592"/>
          </a:xfrm>
          <a:prstGeom prst="rect">
            <a:avLst/>
          </a:prstGeom>
          <a:solidFill>
            <a:srgbClr val="3C86E5"/>
          </a:solidFill>
          <a:ln w="12700">
            <a:solidFill>
              <a:srgbClr val="3C86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37382" y="6693408"/>
            <a:ext cx="212339" cy="164592"/>
          </a:xfrm>
          <a:prstGeom prst="rect">
            <a:avLst/>
          </a:prstGeom>
          <a:solidFill>
            <a:srgbClr val="3889E4"/>
          </a:solidFill>
          <a:ln w="12700">
            <a:solidFill>
              <a:srgbClr val="3889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40576" y="6693408"/>
            <a:ext cx="212339" cy="164592"/>
          </a:xfrm>
          <a:prstGeom prst="rect">
            <a:avLst/>
          </a:prstGeom>
          <a:solidFill>
            <a:srgbClr val="358CE3"/>
          </a:solidFill>
          <a:ln w="12700">
            <a:solidFill>
              <a:srgbClr val="358C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3771" y="6693408"/>
            <a:ext cx="212339" cy="164592"/>
          </a:xfrm>
          <a:prstGeom prst="rect">
            <a:avLst/>
          </a:prstGeom>
          <a:solidFill>
            <a:srgbClr val="328FE2"/>
          </a:solidFill>
          <a:ln w="12700">
            <a:solidFill>
              <a:srgbClr val="328F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46966" y="6693408"/>
            <a:ext cx="212339" cy="164592"/>
          </a:xfrm>
          <a:prstGeom prst="rect">
            <a:avLst/>
          </a:prstGeom>
          <a:solidFill>
            <a:srgbClr val="2F91E1"/>
          </a:solidFill>
          <a:ln w="12700">
            <a:solidFill>
              <a:srgbClr val="2F91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50161" y="6693408"/>
            <a:ext cx="212339" cy="164592"/>
          </a:xfrm>
          <a:prstGeom prst="rect">
            <a:avLst/>
          </a:prstGeom>
          <a:solidFill>
            <a:srgbClr val="2C94E0"/>
          </a:solidFill>
          <a:ln w="12700">
            <a:solidFill>
              <a:srgbClr val="2C94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753356" y="6693408"/>
            <a:ext cx="212339" cy="164592"/>
          </a:xfrm>
          <a:prstGeom prst="rect">
            <a:avLst/>
          </a:prstGeom>
          <a:solidFill>
            <a:srgbClr val="2997DF"/>
          </a:solidFill>
          <a:ln w="12700">
            <a:solidFill>
              <a:srgbClr val="2997D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56551" y="6693408"/>
            <a:ext cx="212339" cy="164592"/>
          </a:xfrm>
          <a:prstGeom prst="rect">
            <a:avLst/>
          </a:prstGeom>
          <a:solidFill>
            <a:srgbClr val="269ADE"/>
          </a:solidFill>
          <a:ln w="12700">
            <a:solidFill>
              <a:srgbClr val="269AD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59746" y="6693408"/>
            <a:ext cx="212339" cy="164592"/>
          </a:xfrm>
          <a:prstGeom prst="rect">
            <a:avLst/>
          </a:prstGeom>
          <a:solidFill>
            <a:srgbClr val="229DDD"/>
          </a:solidFill>
          <a:ln w="12700">
            <a:solidFill>
              <a:srgbClr val="229DD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362941" y="6693408"/>
            <a:ext cx="212339" cy="164592"/>
          </a:xfrm>
          <a:prstGeom prst="rect">
            <a:avLst/>
          </a:prstGeom>
          <a:solidFill>
            <a:srgbClr val="1F9FDC"/>
          </a:solidFill>
          <a:ln w="12700">
            <a:solidFill>
              <a:srgbClr val="1F9FD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566136" y="6693408"/>
            <a:ext cx="212339" cy="164592"/>
          </a:xfrm>
          <a:prstGeom prst="rect">
            <a:avLst/>
          </a:prstGeom>
          <a:solidFill>
            <a:srgbClr val="1CA2DB"/>
          </a:solidFill>
          <a:ln w="12700">
            <a:solidFill>
              <a:srgbClr val="1CA2D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769331" y="6693408"/>
            <a:ext cx="212339" cy="164592"/>
          </a:xfrm>
          <a:prstGeom prst="rect">
            <a:avLst/>
          </a:prstGeom>
          <a:solidFill>
            <a:srgbClr val="19A5DA"/>
          </a:solidFill>
          <a:ln w="12700">
            <a:solidFill>
              <a:srgbClr val="19A5D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972526" y="6693408"/>
            <a:ext cx="212339" cy="164592"/>
          </a:xfrm>
          <a:prstGeom prst="rect">
            <a:avLst/>
          </a:prstGeom>
          <a:solidFill>
            <a:srgbClr val="16A8D9"/>
          </a:solidFill>
          <a:ln w="12700">
            <a:solidFill>
              <a:srgbClr val="16A8D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175721" y="6693408"/>
            <a:ext cx="212339" cy="164592"/>
          </a:xfrm>
          <a:prstGeom prst="rect">
            <a:avLst/>
          </a:prstGeom>
          <a:solidFill>
            <a:srgbClr val="13ABD8"/>
          </a:solidFill>
          <a:ln w="12700">
            <a:solidFill>
              <a:srgbClr val="13ABD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378916" y="6693408"/>
            <a:ext cx="212339" cy="164592"/>
          </a:xfrm>
          <a:prstGeom prst="rect">
            <a:avLst/>
          </a:prstGeom>
          <a:solidFill>
            <a:srgbClr val="0FAED7"/>
          </a:solidFill>
          <a:ln w="12700">
            <a:solidFill>
              <a:srgbClr val="0FAED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582110" y="6693408"/>
            <a:ext cx="212339" cy="164592"/>
          </a:xfrm>
          <a:prstGeom prst="rect">
            <a:avLst/>
          </a:prstGeom>
          <a:solidFill>
            <a:srgbClr val="0CB0D6"/>
          </a:solidFill>
          <a:ln w="12700">
            <a:solidFill>
              <a:srgbClr val="0CB0D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785305" y="6693408"/>
            <a:ext cx="212339" cy="164592"/>
          </a:xfrm>
          <a:prstGeom prst="rect">
            <a:avLst/>
          </a:prstGeom>
          <a:solidFill>
            <a:srgbClr val="09B3D5"/>
          </a:solidFill>
          <a:ln w="12700">
            <a:solidFill>
              <a:srgbClr val="09B3D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988500" y="6693408"/>
            <a:ext cx="212339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728655" y="64008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06 / 11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3200" dirty="0"/>
          </a:p>
        </p:txBody>
      </p:sp>
      <p:sp>
        <p:nvSpPr>
          <p:cNvPr id="67" name="Shape 65"/>
          <p:cNvSpPr/>
          <p:nvPr/>
        </p:nvSpPr>
        <p:spPr>
          <a:xfrm>
            <a:off x="548640" y="1463040"/>
            <a:ext cx="64008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6E"/>
                </a:solidFill>
              </a:rPr>
              <a:t>From registration to lifelong tracking — one continuous loop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548640" y="2286000"/>
            <a:ext cx="2697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20320">
            <a:solidFill>
              <a:srgbClr val="6366F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651760" y="242316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651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731520" y="27889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E"/>
                </a:solidFill>
              </a:rPr>
              <a:t>Student Registration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3200400" y="2286000"/>
            <a:ext cx="228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366F1"/>
                </a:solidFill>
              </a:rPr>
              <a:t>→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3383280" y="2286000"/>
            <a:ext cx="2697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20320">
            <a:solidFill>
              <a:srgbClr val="8B5CF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486400" y="242316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864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3566160" y="27889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E"/>
                </a:solidFill>
              </a:rPr>
              <a:t>AI Student Profile Creation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6035040" y="2286000"/>
            <a:ext cx="228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</a:rPr>
              <a:t>→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6217920" y="2286000"/>
            <a:ext cx="2697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20320">
            <a:solidFill>
              <a:srgbClr val="06B6D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321040" y="242316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3210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6400800" y="27889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E"/>
                </a:solidFill>
              </a:rPr>
              <a:t>Student DNA Generation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8869680" y="2286000"/>
            <a:ext cx="228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</a:rPr>
              <a:t>→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9052560" y="2286000"/>
            <a:ext cx="2697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20320">
            <a:solidFill>
              <a:srgbClr val="10B98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155680" y="24231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1556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9235440" y="27889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E"/>
                </a:solidFill>
              </a:rPr>
              <a:t>Career Navigator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9052560" y="36118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</a:rPr>
              <a:t>↓</a:t>
            </a:r>
            <a:endParaRPr lang="en-US" sz="1800" dirty="0"/>
          </a:p>
        </p:txBody>
      </p:sp>
      <p:sp>
        <p:nvSpPr>
          <p:cNvPr id="89" name="Shape 87"/>
          <p:cNvSpPr/>
          <p:nvPr/>
        </p:nvSpPr>
        <p:spPr>
          <a:xfrm>
            <a:off x="9052560" y="4114800"/>
            <a:ext cx="2697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20320">
            <a:solidFill>
              <a:srgbClr val="F59E0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155680" y="42519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115568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9235440" y="46177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E"/>
                </a:solidFill>
              </a:rPr>
              <a:t>Future Simulator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8869680" y="4114800"/>
            <a:ext cx="228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←</a:t>
            </a:r>
            <a:endParaRPr lang="en-US" sz="1800" dirty="0"/>
          </a:p>
        </p:txBody>
      </p:sp>
      <p:sp>
        <p:nvSpPr>
          <p:cNvPr id="94" name="Shape 92"/>
          <p:cNvSpPr/>
          <p:nvPr/>
        </p:nvSpPr>
        <p:spPr>
          <a:xfrm>
            <a:off x="6217920" y="4114800"/>
            <a:ext cx="2697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20320">
            <a:solidFill>
              <a:srgbClr val="EC489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321040" y="4251960"/>
            <a:ext cx="457200" cy="4572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3210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97" name="Text 95"/>
          <p:cNvSpPr/>
          <p:nvPr/>
        </p:nvSpPr>
        <p:spPr>
          <a:xfrm>
            <a:off x="6400800" y="46177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E"/>
                </a:solidFill>
              </a:rPr>
              <a:t>Placement Readiness Analysis</a:t>
            </a:r>
            <a:endParaRPr lang="en-US" sz="1300" dirty="0"/>
          </a:p>
        </p:txBody>
      </p:sp>
      <p:sp>
        <p:nvSpPr>
          <p:cNvPr id="98" name="Text 96"/>
          <p:cNvSpPr/>
          <p:nvPr/>
        </p:nvSpPr>
        <p:spPr>
          <a:xfrm>
            <a:off x="6035040" y="4114800"/>
            <a:ext cx="228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C4899"/>
                </a:solidFill>
              </a:rPr>
              <a:t>←</a:t>
            </a:r>
            <a:endParaRPr lang="en-US" sz="1800" dirty="0"/>
          </a:p>
        </p:txBody>
      </p:sp>
      <p:sp>
        <p:nvSpPr>
          <p:cNvPr id="99" name="Shape 97"/>
          <p:cNvSpPr/>
          <p:nvPr/>
        </p:nvSpPr>
        <p:spPr>
          <a:xfrm>
            <a:off x="3383280" y="4114800"/>
            <a:ext cx="2697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20320">
            <a:solidFill>
              <a:srgbClr val="6366F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486400" y="425196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48640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102" name="Text 100"/>
          <p:cNvSpPr/>
          <p:nvPr/>
        </p:nvSpPr>
        <p:spPr>
          <a:xfrm>
            <a:off x="3566160" y="46177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E"/>
                </a:solidFill>
              </a:rPr>
              <a:t>Personalized Action Plan</a:t>
            </a:r>
            <a:endParaRPr lang="en-US" sz="1300" dirty="0"/>
          </a:p>
        </p:txBody>
      </p:sp>
      <p:sp>
        <p:nvSpPr>
          <p:cNvPr id="103" name="Text 101"/>
          <p:cNvSpPr/>
          <p:nvPr/>
        </p:nvSpPr>
        <p:spPr>
          <a:xfrm>
            <a:off x="3200400" y="4114800"/>
            <a:ext cx="228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366F1"/>
                </a:solidFill>
              </a:rPr>
              <a:t>←</a:t>
            </a:r>
            <a:endParaRPr lang="en-US" sz="1800" dirty="0"/>
          </a:p>
        </p:txBody>
      </p:sp>
      <p:sp>
        <p:nvSpPr>
          <p:cNvPr id="104" name="Shape 102"/>
          <p:cNvSpPr/>
          <p:nvPr/>
        </p:nvSpPr>
        <p:spPr>
          <a:xfrm>
            <a:off x="548640" y="4114800"/>
            <a:ext cx="2697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20320">
            <a:solidFill>
              <a:srgbClr val="06B6D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651760" y="425196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65176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107" name="Text 105"/>
          <p:cNvSpPr/>
          <p:nvPr/>
        </p:nvSpPr>
        <p:spPr>
          <a:xfrm>
            <a:off x="731520" y="46177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E"/>
                </a:solidFill>
              </a:rPr>
              <a:t>Continuous Progress Tracking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 |  H2S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082735" y="54864"/>
            <a:ext cx="2743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E9E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INDIA.RUNS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93408"/>
            <a:ext cx="212339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3195" y="6693408"/>
            <a:ext cx="212339" cy="164592"/>
          </a:xfrm>
          <a:prstGeom prst="rect">
            <a:avLst/>
          </a:prstGeom>
          <a:solidFill>
            <a:srgbClr val="8A5CF6"/>
          </a:solidFill>
          <a:ln w="12700">
            <a:solidFill>
              <a:srgbClr val="8A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6390" y="6693408"/>
            <a:ext cx="212339" cy="164592"/>
          </a:xfrm>
          <a:prstGeom prst="rect">
            <a:avLst/>
          </a:prstGeom>
          <a:solidFill>
            <a:srgbClr val="885CF6"/>
          </a:solidFill>
          <a:ln w="12700">
            <a:solidFill>
              <a:srgbClr val="88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585" y="6693408"/>
            <a:ext cx="212339" cy="164592"/>
          </a:xfrm>
          <a:prstGeom prst="rect">
            <a:avLst/>
          </a:prstGeom>
          <a:solidFill>
            <a:srgbClr val="875DF5"/>
          </a:solidFill>
          <a:ln w="12700">
            <a:solidFill>
              <a:srgbClr val="875D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780" y="6693408"/>
            <a:ext cx="212339" cy="164592"/>
          </a:xfrm>
          <a:prstGeom prst="rect">
            <a:avLst/>
          </a:prstGeom>
          <a:solidFill>
            <a:srgbClr val="865DF5"/>
          </a:solidFill>
          <a:ln w="12700">
            <a:solidFill>
              <a:srgbClr val="865D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5975" y="6693408"/>
            <a:ext cx="212339" cy="164592"/>
          </a:xfrm>
          <a:prstGeom prst="rect">
            <a:avLst/>
          </a:prstGeom>
          <a:solidFill>
            <a:srgbClr val="845DF5"/>
          </a:solidFill>
          <a:ln w="12700">
            <a:solidFill>
              <a:srgbClr val="845D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9170" y="6693408"/>
            <a:ext cx="212339" cy="164592"/>
          </a:xfrm>
          <a:prstGeom prst="rect">
            <a:avLst/>
          </a:prstGeom>
          <a:solidFill>
            <a:srgbClr val="835DF5"/>
          </a:solidFill>
          <a:ln w="12700">
            <a:solidFill>
              <a:srgbClr val="835D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22364" y="6693408"/>
            <a:ext cx="212339" cy="164592"/>
          </a:xfrm>
          <a:prstGeom prst="rect">
            <a:avLst/>
          </a:prstGeom>
          <a:solidFill>
            <a:srgbClr val="825EF5"/>
          </a:solidFill>
          <a:ln w="12700">
            <a:solidFill>
              <a:srgbClr val="825E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25559" y="6693408"/>
            <a:ext cx="212339" cy="164592"/>
          </a:xfrm>
          <a:prstGeom prst="rect">
            <a:avLst/>
          </a:prstGeom>
          <a:solidFill>
            <a:srgbClr val="805EF5"/>
          </a:solidFill>
          <a:ln w="12700">
            <a:solidFill>
              <a:srgbClr val="805E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754" y="6693408"/>
            <a:ext cx="212339" cy="164592"/>
          </a:xfrm>
          <a:prstGeom prst="rect">
            <a:avLst/>
          </a:prstGeom>
          <a:solidFill>
            <a:srgbClr val="7F5EF4"/>
          </a:solidFill>
          <a:ln w="12700">
            <a:solidFill>
              <a:srgbClr val="7F5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31949" y="6693408"/>
            <a:ext cx="212339" cy="164592"/>
          </a:xfrm>
          <a:prstGeom prst="rect">
            <a:avLst/>
          </a:prstGeom>
          <a:solidFill>
            <a:srgbClr val="7D5EF4"/>
          </a:solidFill>
          <a:ln w="12700">
            <a:solidFill>
              <a:srgbClr val="7D5E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35144" y="6693408"/>
            <a:ext cx="212339" cy="164592"/>
          </a:xfrm>
          <a:prstGeom prst="rect">
            <a:avLst/>
          </a:prstGeom>
          <a:solidFill>
            <a:srgbClr val="7C5FF4"/>
          </a:solidFill>
          <a:ln w="12700">
            <a:solidFill>
              <a:srgbClr val="7C5F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38339" y="6693408"/>
            <a:ext cx="212339" cy="164592"/>
          </a:xfrm>
          <a:prstGeom prst="rect">
            <a:avLst/>
          </a:prstGeom>
          <a:solidFill>
            <a:srgbClr val="7B5FF4"/>
          </a:solidFill>
          <a:ln w="12700">
            <a:solidFill>
              <a:srgbClr val="7B5F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41534" y="6693408"/>
            <a:ext cx="212339" cy="164592"/>
          </a:xfrm>
          <a:prstGeom prst="rect">
            <a:avLst/>
          </a:prstGeom>
          <a:solidFill>
            <a:srgbClr val="795FF4"/>
          </a:solidFill>
          <a:ln w="12700">
            <a:solidFill>
              <a:srgbClr val="795F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44729" y="6693408"/>
            <a:ext cx="212339" cy="164592"/>
          </a:xfrm>
          <a:prstGeom prst="rect">
            <a:avLst/>
          </a:prstGeom>
          <a:solidFill>
            <a:srgbClr val="785FF4"/>
          </a:solidFill>
          <a:ln w="12700">
            <a:solidFill>
              <a:srgbClr val="785F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47924" y="6693408"/>
            <a:ext cx="212339" cy="164592"/>
          </a:xfrm>
          <a:prstGeom prst="rect">
            <a:avLst/>
          </a:prstGeom>
          <a:solidFill>
            <a:srgbClr val="7760F3"/>
          </a:solidFill>
          <a:ln w="12700">
            <a:solidFill>
              <a:srgbClr val="7760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51119" y="6693408"/>
            <a:ext cx="212339" cy="164592"/>
          </a:xfrm>
          <a:prstGeom prst="rect">
            <a:avLst/>
          </a:prstGeom>
          <a:solidFill>
            <a:srgbClr val="7560F3"/>
          </a:solidFill>
          <a:ln w="12700">
            <a:solidFill>
              <a:srgbClr val="756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54314" y="6693408"/>
            <a:ext cx="212339" cy="164592"/>
          </a:xfrm>
          <a:prstGeom prst="rect">
            <a:avLst/>
          </a:prstGeom>
          <a:solidFill>
            <a:srgbClr val="7460F3"/>
          </a:solidFill>
          <a:ln w="12700">
            <a:solidFill>
              <a:srgbClr val="7460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509" y="6693408"/>
            <a:ext cx="212339" cy="164592"/>
          </a:xfrm>
          <a:prstGeom prst="rect">
            <a:avLst/>
          </a:prstGeom>
          <a:solidFill>
            <a:srgbClr val="7360F3"/>
          </a:solidFill>
          <a:ln w="12700">
            <a:solidFill>
              <a:srgbClr val="7360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60703" y="6693408"/>
            <a:ext cx="212339" cy="164592"/>
          </a:xfrm>
          <a:prstGeom prst="rect">
            <a:avLst/>
          </a:prstGeom>
          <a:solidFill>
            <a:srgbClr val="7161F3"/>
          </a:solidFill>
          <a:ln w="12700">
            <a:solidFill>
              <a:srgbClr val="7161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3898" y="6693408"/>
            <a:ext cx="212339" cy="164592"/>
          </a:xfrm>
          <a:prstGeom prst="rect">
            <a:avLst/>
          </a:prstGeom>
          <a:solidFill>
            <a:srgbClr val="7061F3"/>
          </a:solidFill>
          <a:ln w="12700">
            <a:solidFill>
              <a:srgbClr val="7061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67093" y="6693408"/>
            <a:ext cx="212339" cy="164592"/>
          </a:xfrm>
          <a:prstGeom prst="rect">
            <a:avLst/>
          </a:prstGeom>
          <a:solidFill>
            <a:srgbClr val="6F61F2"/>
          </a:solidFill>
          <a:ln w="12700">
            <a:solidFill>
              <a:srgbClr val="6F61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70288" y="6693408"/>
            <a:ext cx="212339" cy="164592"/>
          </a:xfrm>
          <a:prstGeom prst="rect">
            <a:avLst/>
          </a:prstGeom>
          <a:solidFill>
            <a:srgbClr val="6D61F2"/>
          </a:solidFill>
          <a:ln w="12700">
            <a:solidFill>
              <a:srgbClr val="6D61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73483" y="6693408"/>
            <a:ext cx="212339" cy="164592"/>
          </a:xfrm>
          <a:prstGeom prst="rect">
            <a:avLst/>
          </a:prstGeom>
          <a:solidFill>
            <a:srgbClr val="6C61F2"/>
          </a:solidFill>
          <a:ln w="12700">
            <a:solidFill>
              <a:srgbClr val="6C61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76678" y="6693408"/>
            <a:ext cx="212339" cy="164592"/>
          </a:xfrm>
          <a:prstGeom prst="rect">
            <a:avLst/>
          </a:prstGeom>
          <a:solidFill>
            <a:srgbClr val="6A62F2"/>
          </a:solidFill>
          <a:ln w="12700">
            <a:solidFill>
              <a:srgbClr val="6A6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79873" y="6693408"/>
            <a:ext cx="212339" cy="164592"/>
          </a:xfrm>
          <a:prstGeom prst="rect">
            <a:avLst/>
          </a:prstGeom>
          <a:solidFill>
            <a:srgbClr val="6962F2"/>
          </a:solidFill>
          <a:ln w="12700">
            <a:solidFill>
              <a:srgbClr val="6962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83068" y="6693408"/>
            <a:ext cx="212339" cy="164592"/>
          </a:xfrm>
          <a:prstGeom prst="rect">
            <a:avLst/>
          </a:prstGeom>
          <a:solidFill>
            <a:srgbClr val="6862F2"/>
          </a:solidFill>
          <a:ln w="12700">
            <a:solidFill>
              <a:srgbClr val="6862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263" y="6693408"/>
            <a:ext cx="212339" cy="164592"/>
          </a:xfrm>
          <a:prstGeom prst="rect">
            <a:avLst/>
          </a:prstGeom>
          <a:solidFill>
            <a:srgbClr val="6662F1"/>
          </a:solidFill>
          <a:ln w="12700">
            <a:solidFill>
              <a:srgbClr val="6662F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89458" y="6693408"/>
            <a:ext cx="212339" cy="164592"/>
          </a:xfrm>
          <a:prstGeom prst="rect">
            <a:avLst/>
          </a:prstGeom>
          <a:solidFill>
            <a:srgbClr val="6563F1"/>
          </a:solidFill>
          <a:ln w="12700">
            <a:solidFill>
              <a:srgbClr val="6563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2653" y="6693408"/>
            <a:ext cx="212339" cy="164592"/>
          </a:xfrm>
          <a:prstGeom prst="rect">
            <a:avLst/>
          </a:prstGeom>
          <a:solidFill>
            <a:srgbClr val="6463F1"/>
          </a:solidFill>
          <a:ln w="12700">
            <a:solidFill>
              <a:srgbClr val="6463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95848" y="6693408"/>
            <a:ext cx="212339" cy="164592"/>
          </a:xfrm>
          <a:prstGeom prst="rect">
            <a:avLst/>
          </a:prstGeom>
          <a:solidFill>
            <a:srgbClr val="6164F1"/>
          </a:solidFill>
          <a:ln w="12700">
            <a:solidFill>
              <a:srgbClr val="6164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99043" y="6693408"/>
            <a:ext cx="212339" cy="164592"/>
          </a:xfrm>
          <a:prstGeom prst="rect">
            <a:avLst/>
          </a:prstGeom>
          <a:solidFill>
            <a:srgbClr val="5E67F0"/>
          </a:solidFill>
          <a:ln w="12700">
            <a:solidFill>
              <a:srgbClr val="5E6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02237" y="6693408"/>
            <a:ext cx="212339" cy="164592"/>
          </a:xfrm>
          <a:prstGeom prst="rect">
            <a:avLst/>
          </a:prstGeom>
          <a:solidFill>
            <a:srgbClr val="5B6AEF"/>
          </a:solidFill>
          <a:ln w="12700">
            <a:solidFill>
              <a:srgbClr val="5B6A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05432" y="6693408"/>
            <a:ext cx="212339" cy="164592"/>
          </a:xfrm>
          <a:prstGeom prst="rect">
            <a:avLst/>
          </a:prstGeom>
          <a:solidFill>
            <a:srgbClr val="586DEE"/>
          </a:solidFill>
          <a:ln w="12700">
            <a:solidFill>
              <a:srgbClr val="586D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08627" y="6693408"/>
            <a:ext cx="212339" cy="164592"/>
          </a:xfrm>
          <a:prstGeom prst="rect">
            <a:avLst/>
          </a:prstGeom>
          <a:solidFill>
            <a:srgbClr val="5570ED"/>
          </a:solidFill>
          <a:ln w="12700">
            <a:solidFill>
              <a:srgbClr val="5570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11822" y="6693408"/>
            <a:ext cx="212339" cy="164592"/>
          </a:xfrm>
          <a:prstGeom prst="rect">
            <a:avLst/>
          </a:prstGeom>
          <a:solidFill>
            <a:srgbClr val="5272EC"/>
          </a:solidFill>
          <a:ln w="12700">
            <a:solidFill>
              <a:srgbClr val="5272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017" y="6693408"/>
            <a:ext cx="212339" cy="164592"/>
          </a:xfrm>
          <a:prstGeom prst="rect">
            <a:avLst/>
          </a:prstGeom>
          <a:solidFill>
            <a:srgbClr val="4F75EB"/>
          </a:solidFill>
          <a:ln w="12700">
            <a:solidFill>
              <a:srgbClr val="4F75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18212" y="6693408"/>
            <a:ext cx="212339" cy="164592"/>
          </a:xfrm>
          <a:prstGeom prst="rect">
            <a:avLst/>
          </a:prstGeom>
          <a:solidFill>
            <a:srgbClr val="4B78EA"/>
          </a:solidFill>
          <a:ln w="12700">
            <a:solidFill>
              <a:srgbClr val="4B78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21407" y="6693408"/>
            <a:ext cx="212339" cy="164592"/>
          </a:xfrm>
          <a:prstGeom prst="rect">
            <a:avLst/>
          </a:prstGeom>
          <a:solidFill>
            <a:srgbClr val="487BE9"/>
          </a:solidFill>
          <a:ln w="12700">
            <a:solidFill>
              <a:srgbClr val="487BE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24602" y="6693408"/>
            <a:ext cx="212339" cy="164592"/>
          </a:xfrm>
          <a:prstGeom prst="rect">
            <a:avLst/>
          </a:prstGeom>
          <a:solidFill>
            <a:srgbClr val="457EE8"/>
          </a:solidFill>
          <a:ln w="12700">
            <a:solidFill>
              <a:srgbClr val="457E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27797" y="6693408"/>
            <a:ext cx="212339" cy="164592"/>
          </a:xfrm>
          <a:prstGeom prst="rect">
            <a:avLst/>
          </a:prstGeom>
          <a:solidFill>
            <a:srgbClr val="4281E7"/>
          </a:solidFill>
          <a:ln w="12700">
            <a:solidFill>
              <a:srgbClr val="4281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30992" y="6693408"/>
            <a:ext cx="212339" cy="164592"/>
          </a:xfrm>
          <a:prstGeom prst="rect">
            <a:avLst/>
          </a:prstGeom>
          <a:solidFill>
            <a:srgbClr val="3F83E6"/>
          </a:solidFill>
          <a:ln w="12700">
            <a:solidFill>
              <a:srgbClr val="3F83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34187" y="6693408"/>
            <a:ext cx="212339" cy="164592"/>
          </a:xfrm>
          <a:prstGeom prst="rect">
            <a:avLst/>
          </a:prstGeom>
          <a:solidFill>
            <a:srgbClr val="3C86E5"/>
          </a:solidFill>
          <a:ln w="12700">
            <a:solidFill>
              <a:srgbClr val="3C86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37382" y="6693408"/>
            <a:ext cx="212339" cy="164592"/>
          </a:xfrm>
          <a:prstGeom prst="rect">
            <a:avLst/>
          </a:prstGeom>
          <a:solidFill>
            <a:srgbClr val="3889E4"/>
          </a:solidFill>
          <a:ln w="12700">
            <a:solidFill>
              <a:srgbClr val="3889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40576" y="6693408"/>
            <a:ext cx="212339" cy="164592"/>
          </a:xfrm>
          <a:prstGeom prst="rect">
            <a:avLst/>
          </a:prstGeom>
          <a:solidFill>
            <a:srgbClr val="358CE3"/>
          </a:solidFill>
          <a:ln w="12700">
            <a:solidFill>
              <a:srgbClr val="358C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3771" y="6693408"/>
            <a:ext cx="212339" cy="164592"/>
          </a:xfrm>
          <a:prstGeom prst="rect">
            <a:avLst/>
          </a:prstGeom>
          <a:solidFill>
            <a:srgbClr val="328FE2"/>
          </a:solidFill>
          <a:ln w="12700">
            <a:solidFill>
              <a:srgbClr val="328F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46966" y="6693408"/>
            <a:ext cx="212339" cy="164592"/>
          </a:xfrm>
          <a:prstGeom prst="rect">
            <a:avLst/>
          </a:prstGeom>
          <a:solidFill>
            <a:srgbClr val="2F91E1"/>
          </a:solidFill>
          <a:ln w="12700">
            <a:solidFill>
              <a:srgbClr val="2F91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50161" y="6693408"/>
            <a:ext cx="212339" cy="164592"/>
          </a:xfrm>
          <a:prstGeom prst="rect">
            <a:avLst/>
          </a:prstGeom>
          <a:solidFill>
            <a:srgbClr val="2C94E0"/>
          </a:solidFill>
          <a:ln w="12700">
            <a:solidFill>
              <a:srgbClr val="2C94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753356" y="6693408"/>
            <a:ext cx="212339" cy="164592"/>
          </a:xfrm>
          <a:prstGeom prst="rect">
            <a:avLst/>
          </a:prstGeom>
          <a:solidFill>
            <a:srgbClr val="2997DF"/>
          </a:solidFill>
          <a:ln w="12700">
            <a:solidFill>
              <a:srgbClr val="2997D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56551" y="6693408"/>
            <a:ext cx="212339" cy="164592"/>
          </a:xfrm>
          <a:prstGeom prst="rect">
            <a:avLst/>
          </a:prstGeom>
          <a:solidFill>
            <a:srgbClr val="269ADE"/>
          </a:solidFill>
          <a:ln w="12700">
            <a:solidFill>
              <a:srgbClr val="269AD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59746" y="6693408"/>
            <a:ext cx="212339" cy="164592"/>
          </a:xfrm>
          <a:prstGeom prst="rect">
            <a:avLst/>
          </a:prstGeom>
          <a:solidFill>
            <a:srgbClr val="229DDD"/>
          </a:solidFill>
          <a:ln w="12700">
            <a:solidFill>
              <a:srgbClr val="229DD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362941" y="6693408"/>
            <a:ext cx="212339" cy="164592"/>
          </a:xfrm>
          <a:prstGeom prst="rect">
            <a:avLst/>
          </a:prstGeom>
          <a:solidFill>
            <a:srgbClr val="1F9FDC"/>
          </a:solidFill>
          <a:ln w="12700">
            <a:solidFill>
              <a:srgbClr val="1F9FD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566136" y="6693408"/>
            <a:ext cx="212339" cy="164592"/>
          </a:xfrm>
          <a:prstGeom prst="rect">
            <a:avLst/>
          </a:prstGeom>
          <a:solidFill>
            <a:srgbClr val="1CA2DB"/>
          </a:solidFill>
          <a:ln w="12700">
            <a:solidFill>
              <a:srgbClr val="1CA2D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769331" y="6693408"/>
            <a:ext cx="212339" cy="164592"/>
          </a:xfrm>
          <a:prstGeom prst="rect">
            <a:avLst/>
          </a:prstGeom>
          <a:solidFill>
            <a:srgbClr val="19A5DA"/>
          </a:solidFill>
          <a:ln w="12700">
            <a:solidFill>
              <a:srgbClr val="19A5D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972526" y="6693408"/>
            <a:ext cx="212339" cy="164592"/>
          </a:xfrm>
          <a:prstGeom prst="rect">
            <a:avLst/>
          </a:prstGeom>
          <a:solidFill>
            <a:srgbClr val="16A8D9"/>
          </a:solidFill>
          <a:ln w="12700">
            <a:solidFill>
              <a:srgbClr val="16A8D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175721" y="6693408"/>
            <a:ext cx="212339" cy="164592"/>
          </a:xfrm>
          <a:prstGeom prst="rect">
            <a:avLst/>
          </a:prstGeom>
          <a:solidFill>
            <a:srgbClr val="13ABD8"/>
          </a:solidFill>
          <a:ln w="12700">
            <a:solidFill>
              <a:srgbClr val="13ABD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378916" y="6693408"/>
            <a:ext cx="212339" cy="164592"/>
          </a:xfrm>
          <a:prstGeom prst="rect">
            <a:avLst/>
          </a:prstGeom>
          <a:solidFill>
            <a:srgbClr val="0FAED7"/>
          </a:solidFill>
          <a:ln w="12700">
            <a:solidFill>
              <a:srgbClr val="0FAED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582110" y="6693408"/>
            <a:ext cx="212339" cy="164592"/>
          </a:xfrm>
          <a:prstGeom prst="rect">
            <a:avLst/>
          </a:prstGeom>
          <a:solidFill>
            <a:srgbClr val="0CB0D6"/>
          </a:solidFill>
          <a:ln w="12700">
            <a:solidFill>
              <a:srgbClr val="0CB0D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785305" y="6693408"/>
            <a:ext cx="212339" cy="164592"/>
          </a:xfrm>
          <a:prstGeom prst="rect">
            <a:avLst/>
          </a:prstGeom>
          <a:solidFill>
            <a:srgbClr val="09B3D5"/>
          </a:solidFill>
          <a:ln w="12700">
            <a:solidFill>
              <a:srgbClr val="09B3D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988500" y="6693408"/>
            <a:ext cx="212339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728655" y="64008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07 / 11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67" name="Shape 65"/>
          <p:cNvSpPr/>
          <p:nvPr/>
        </p:nvSpPr>
        <p:spPr>
          <a:xfrm>
            <a:off x="548640" y="1463040"/>
            <a:ext cx="64008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6E"/>
                </a:solidFill>
              </a:rPr>
              <a:t>Layered stack from UI to AI modules to personalized dashboard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731520" y="219456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14400" y="21945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Frontend (React)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731520" y="29077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5556E"/>
                </a:solidFill>
              </a:rPr>
              <a:t>↓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731520" y="310896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14400" y="31089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Firebase Authentication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731520" y="38221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5556E"/>
                </a:solidFill>
              </a:rPr>
              <a:t>↓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731520" y="402336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14400" y="40233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Firestore Database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731520" y="47365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5556E"/>
                </a:solidFill>
              </a:rPr>
              <a:t>↓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731520" y="493776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14400" y="49377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Gemini AI Engine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6400800" y="2194560"/>
            <a:ext cx="5257800" cy="3108960"/>
          </a:xfrm>
          <a:prstGeom prst="roundRect">
            <a:avLst>
              <a:gd name="adj" fmla="val 4412"/>
            </a:avLst>
          </a:prstGeom>
          <a:solidFill>
            <a:srgbClr val="0E0E1A"/>
          </a:solidFill>
          <a:ln w="12700">
            <a:solidFill>
              <a:srgbClr val="0E0E1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629400" y="23317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5B4FC"/>
                </a:solidFill>
              </a:rPr>
              <a:t>AI MODULES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6629400" y="2697480"/>
            <a:ext cx="2286000" cy="1051560"/>
          </a:xfrm>
          <a:prstGeom prst="roundRect">
            <a:avLst>
              <a:gd name="adj" fmla="val 10435"/>
            </a:avLst>
          </a:prstGeom>
          <a:solidFill>
            <a:srgbClr val="1E1E30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812280" y="2880360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223760" y="28346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Student DNA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7223760" y="3200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B4FC"/>
                </a:solidFill>
              </a:rPr>
              <a:t>AI Module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9052560" y="2697480"/>
            <a:ext cx="2286000" cy="1051560"/>
          </a:xfrm>
          <a:prstGeom prst="roundRect">
            <a:avLst>
              <a:gd name="adj" fmla="val 10435"/>
            </a:avLst>
          </a:prstGeom>
          <a:solidFill>
            <a:srgbClr val="1E1E30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235440" y="2880360"/>
            <a:ext cx="320040" cy="3200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646920" y="28346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Career Navigator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9646920" y="3200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B4FC"/>
                </a:solidFill>
              </a:rPr>
              <a:t>AI Module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629400" y="3931920"/>
            <a:ext cx="2286000" cy="1051560"/>
          </a:xfrm>
          <a:prstGeom prst="roundRect">
            <a:avLst>
              <a:gd name="adj" fmla="val 10435"/>
            </a:avLst>
          </a:prstGeom>
          <a:solidFill>
            <a:srgbClr val="1E1E3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812280" y="411480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223760" y="4069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Future Simulator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7223760" y="4434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B4FC"/>
                </a:solidFill>
              </a:rPr>
              <a:t>AI Module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9052560" y="3931920"/>
            <a:ext cx="2286000" cy="1051560"/>
          </a:xfrm>
          <a:prstGeom prst="roundRect">
            <a:avLst>
              <a:gd name="adj" fmla="val 10435"/>
            </a:avLst>
          </a:prstGeom>
          <a:solidFill>
            <a:srgbClr val="1E1E30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235440" y="4114800"/>
            <a:ext cx="320040" cy="3200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646920" y="4069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Placement Analyzer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9646920" y="4434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B4FC"/>
                </a:solidFill>
              </a:rPr>
              <a:t>AI Module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731520" y="5486400"/>
            <a:ext cx="10927080" cy="777240"/>
          </a:xfrm>
          <a:prstGeom prst="roundRect">
            <a:avLst>
              <a:gd name="adj" fmla="val 14118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31520" y="5486400"/>
            <a:ext cx="10927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Personalized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 |  H2S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082735" y="54864"/>
            <a:ext cx="2743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E9E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INDIA.RUNS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93408"/>
            <a:ext cx="212339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3195" y="6693408"/>
            <a:ext cx="212339" cy="164592"/>
          </a:xfrm>
          <a:prstGeom prst="rect">
            <a:avLst/>
          </a:prstGeom>
          <a:solidFill>
            <a:srgbClr val="8A5CF6"/>
          </a:solidFill>
          <a:ln w="12700">
            <a:solidFill>
              <a:srgbClr val="8A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6390" y="6693408"/>
            <a:ext cx="212339" cy="164592"/>
          </a:xfrm>
          <a:prstGeom prst="rect">
            <a:avLst/>
          </a:prstGeom>
          <a:solidFill>
            <a:srgbClr val="885CF6"/>
          </a:solidFill>
          <a:ln w="12700">
            <a:solidFill>
              <a:srgbClr val="88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585" y="6693408"/>
            <a:ext cx="212339" cy="164592"/>
          </a:xfrm>
          <a:prstGeom prst="rect">
            <a:avLst/>
          </a:prstGeom>
          <a:solidFill>
            <a:srgbClr val="875DF5"/>
          </a:solidFill>
          <a:ln w="12700">
            <a:solidFill>
              <a:srgbClr val="875D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780" y="6693408"/>
            <a:ext cx="212339" cy="164592"/>
          </a:xfrm>
          <a:prstGeom prst="rect">
            <a:avLst/>
          </a:prstGeom>
          <a:solidFill>
            <a:srgbClr val="865DF5"/>
          </a:solidFill>
          <a:ln w="12700">
            <a:solidFill>
              <a:srgbClr val="865D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5975" y="6693408"/>
            <a:ext cx="212339" cy="164592"/>
          </a:xfrm>
          <a:prstGeom prst="rect">
            <a:avLst/>
          </a:prstGeom>
          <a:solidFill>
            <a:srgbClr val="845DF5"/>
          </a:solidFill>
          <a:ln w="12700">
            <a:solidFill>
              <a:srgbClr val="845D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9170" y="6693408"/>
            <a:ext cx="212339" cy="164592"/>
          </a:xfrm>
          <a:prstGeom prst="rect">
            <a:avLst/>
          </a:prstGeom>
          <a:solidFill>
            <a:srgbClr val="835DF5"/>
          </a:solidFill>
          <a:ln w="12700">
            <a:solidFill>
              <a:srgbClr val="835D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22364" y="6693408"/>
            <a:ext cx="212339" cy="164592"/>
          </a:xfrm>
          <a:prstGeom prst="rect">
            <a:avLst/>
          </a:prstGeom>
          <a:solidFill>
            <a:srgbClr val="825EF5"/>
          </a:solidFill>
          <a:ln w="12700">
            <a:solidFill>
              <a:srgbClr val="825E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25559" y="6693408"/>
            <a:ext cx="212339" cy="164592"/>
          </a:xfrm>
          <a:prstGeom prst="rect">
            <a:avLst/>
          </a:prstGeom>
          <a:solidFill>
            <a:srgbClr val="805EF5"/>
          </a:solidFill>
          <a:ln w="12700">
            <a:solidFill>
              <a:srgbClr val="805E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754" y="6693408"/>
            <a:ext cx="212339" cy="164592"/>
          </a:xfrm>
          <a:prstGeom prst="rect">
            <a:avLst/>
          </a:prstGeom>
          <a:solidFill>
            <a:srgbClr val="7F5EF4"/>
          </a:solidFill>
          <a:ln w="12700">
            <a:solidFill>
              <a:srgbClr val="7F5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31949" y="6693408"/>
            <a:ext cx="212339" cy="164592"/>
          </a:xfrm>
          <a:prstGeom prst="rect">
            <a:avLst/>
          </a:prstGeom>
          <a:solidFill>
            <a:srgbClr val="7D5EF4"/>
          </a:solidFill>
          <a:ln w="12700">
            <a:solidFill>
              <a:srgbClr val="7D5E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35144" y="6693408"/>
            <a:ext cx="212339" cy="164592"/>
          </a:xfrm>
          <a:prstGeom prst="rect">
            <a:avLst/>
          </a:prstGeom>
          <a:solidFill>
            <a:srgbClr val="7C5FF4"/>
          </a:solidFill>
          <a:ln w="12700">
            <a:solidFill>
              <a:srgbClr val="7C5F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38339" y="6693408"/>
            <a:ext cx="212339" cy="164592"/>
          </a:xfrm>
          <a:prstGeom prst="rect">
            <a:avLst/>
          </a:prstGeom>
          <a:solidFill>
            <a:srgbClr val="7B5FF4"/>
          </a:solidFill>
          <a:ln w="12700">
            <a:solidFill>
              <a:srgbClr val="7B5F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41534" y="6693408"/>
            <a:ext cx="212339" cy="164592"/>
          </a:xfrm>
          <a:prstGeom prst="rect">
            <a:avLst/>
          </a:prstGeom>
          <a:solidFill>
            <a:srgbClr val="795FF4"/>
          </a:solidFill>
          <a:ln w="12700">
            <a:solidFill>
              <a:srgbClr val="795F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44729" y="6693408"/>
            <a:ext cx="212339" cy="164592"/>
          </a:xfrm>
          <a:prstGeom prst="rect">
            <a:avLst/>
          </a:prstGeom>
          <a:solidFill>
            <a:srgbClr val="785FF4"/>
          </a:solidFill>
          <a:ln w="12700">
            <a:solidFill>
              <a:srgbClr val="785F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47924" y="6693408"/>
            <a:ext cx="212339" cy="164592"/>
          </a:xfrm>
          <a:prstGeom prst="rect">
            <a:avLst/>
          </a:prstGeom>
          <a:solidFill>
            <a:srgbClr val="7760F3"/>
          </a:solidFill>
          <a:ln w="12700">
            <a:solidFill>
              <a:srgbClr val="7760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51119" y="6693408"/>
            <a:ext cx="212339" cy="164592"/>
          </a:xfrm>
          <a:prstGeom prst="rect">
            <a:avLst/>
          </a:prstGeom>
          <a:solidFill>
            <a:srgbClr val="7560F3"/>
          </a:solidFill>
          <a:ln w="12700">
            <a:solidFill>
              <a:srgbClr val="756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54314" y="6693408"/>
            <a:ext cx="212339" cy="164592"/>
          </a:xfrm>
          <a:prstGeom prst="rect">
            <a:avLst/>
          </a:prstGeom>
          <a:solidFill>
            <a:srgbClr val="7460F3"/>
          </a:solidFill>
          <a:ln w="12700">
            <a:solidFill>
              <a:srgbClr val="7460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509" y="6693408"/>
            <a:ext cx="212339" cy="164592"/>
          </a:xfrm>
          <a:prstGeom prst="rect">
            <a:avLst/>
          </a:prstGeom>
          <a:solidFill>
            <a:srgbClr val="7360F3"/>
          </a:solidFill>
          <a:ln w="12700">
            <a:solidFill>
              <a:srgbClr val="7360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60703" y="6693408"/>
            <a:ext cx="212339" cy="164592"/>
          </a:xfrm>
          <a:prstGeom prst="rect">
            <a:avLst/>
          </a:prstGeom>
          <a:solidFill>
            <a:srgbClr val="7161F3"/>
          </a:solidFill>
          <a:ln w="12700">
            <a:solidFill>
              <a:srgbClr val="7161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3898" y="6693408"/>
            <a:ext cx="212339" cy="164592"/>
          </a:xfrm>
          <a:prstGeom prst="rect">
            <a:avLst/>
          </a:prstGeom>
          <a:solidFill>
            <a:srgbClr val="7061F3"/>
          </a:solidFill>
          <a:ln w="12700">
            <a:solidFill>
              <a:srgbClr val="7061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67093" y="6693408"/>
            <a:ext cx="212339" cy="164592"/>
          </a:xfrm>
          <a:prstGeom prst="rect">
            <a:avLst/>
          </a:prstGeom>
          <a:solidFill>
            <a:srgbClr val="6F61F2"/>
          </a:solidFill>
          <a:ln w="12700">
            <a:solidFill>
              <a:srgbClr val="6F61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70288" y="6693408"/>
            <a:ext cx="212339" cy="164592"/>
          </a:xfrm>
          <a:prstGeom prst="rect">
            <a:avLst/>
          </a:prstGeom>
          <a:solidFill>
            <a:srgbClr val="6D61F2"/>
          </a:solidFill>
          <a:ln w="12700">
            <a:solidFill>
              <a:srgbClr val="6D61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73483" y="6693408"/>
            <a:ext cx="212339" cy="164592"/>
          </a:xfrm>
          <a:prstGeom prst="rect">
            <a:avLst/>
          </a:prstGeom>
          <a:solidFill>
            <a:srgbClr val="6C61F2"/>
          </a:solidFill>
          <a:ln w="12700">
            <a:solidFill>
              <a:srgbClr val="6C61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76678" y="6693408"/>
            <a:ext cx="212339" cy="164592"/>
          </a:xfrm>
          <a:prstGeom prst="rect">
            <a:avLst/>
          </a:prstGeom>
          <a:solidFill>
            <a:srgbClr val="6A62F2"/>
          </a:solidFill>
          <a:ln w="12700">
            <a:solidFill>
              <a:srgbClr val="6A6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79873" y="6693408"/>
            <a:ext cx="212339" cy="164592"/>
          </a:xfrm>
          <a:prstGeom prst="rect">
            <a:avLst/>
          </a:prstGeom>
          <a:solidFill>
            <a:srgbClr val="6962F2"/>
          </a:solidFill>
          <a:ln w="12700">
            <a:solidFill>
              <a:srgbClr val="6962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83068" y="6693408"/>
            <a:ext cx="212339" cy="164592"/>
          </a:xfrm>
          <a:prstGeom prst="rect">
            <a:avLst/>
          </a:prstGeom>
          <a:solidFill>
            <a:srgbClr val="6862F2"/>
          </a:solidFill>
          <a:ln w="12700">
            <a:solidFill>
              <a:srgbClr val="6862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263" y="6693408"/>
            <a:ext cx="212339" cy="164592"/>
          </a:xfrm>
          <a:prstGeom prst="rect">
            <a:avLst/>
          </a:prstGeom>
          <a:solidFill>
            <a:srgbClr val="6662F1"/>
          </a:solidFill>
          <a:ln w="12700">
            <a:solidFill>
              <a:srgbClr val="6662F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89458" y="6693408"/>
            <a:ext cx="212339" cy="164592"/>
          </a:xfrm>
          <a:prstGeom prst="rect">
            <a:avLst/>
          </a:prstGeom>
          <a:solidFill>
            <a:srgbClr val="6563F1"/>
          </a:solidFill>
          <a:ln w="12700">
            <a:solidFill>
              <a:srgbClr val="6563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2653" y="6693408"/>
            <a:ext cx="212339" cy="164592"/>
          </a:xfrm>
          <a:prstGeom prst="rect">
            <a:avLst/>
          </a:prstGeom>
          <a:solidFill>
            <a:srgbClr val="6463F1"/>
          </a:solidFill>
          <a:ln w="12700">
            <a:solidFill>
              <a:srgbClr val="6463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95848" y="6693408"/>
            <a:ext cx="212339" cy="164592"/>
          </a:xfrm>
          <a:prstGeom prst="rect">
            <a:avLst/>
          </a:prstGeom>
          <a:solidFill>
            <a:srgbClr val="6164F1"/>
          </a:solidFill>
          <a:ln w="12700">
            <a:solidFill>
              <a:srgbClr val="6164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99043" y="6693408"/>
            <a:ext cx="212339" cy="164592"/>
          </a:xfrm>
          <a:prstGeom prst="rect">
            <a:avLst/>
          </a:prstGeom>
          <a:solidFill>
            <a:srgbClr val="5E67F0"/>
          </a:solidFill>
          <a:ln w="12700">
            <a:solidFill>
              <a:srgbClr val="5E6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02237" y="6693408"/>
            <a:ext cx="212339" cy="164592"/>
          </a:xfrm>
          <a:prstGeom prst="rect">
            <a:avLst/>
          </a:prstGeom>
          <a:solidFill>
            <a:srgbClr val="5B6AEF"/>
          </a:solidFill>
          <a:ln w="12700">
            <a:solidFill>
              <a:srgbClr val="5B6A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05432" y="6693408"/>
            <a:ext cx="212339" cy="164592"/>
          </a:xfrm>
          <a:prstGeom prst="rect">
            <a:avLst/>
          </a:prstGeom>
          <a:solidFill>
            <a:srgbClr val="586DEE"/>
          </a:solidFill>
          <a:ln w="12700">
            <a:solidFill>
              <a:srgbClr val="586D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08627" y="6693408"/>
            <a:ext cx="212339" cy="164592"/>
          </a:xfrm>
          <a:prstGeom prst="rect">
            <a:avLst/>
          </a:prstGeom>
          <a:solidFill>
            <a:srgbClr val="5570ED"/>
          </a:solidFill>
          <a:ln w="12700">
            <a:solidFill>
              <a:srgbClr val="5570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11822" y="6693408"/>
            <a:ext cx="212339" cy="164592"/>
          </a:xfrm>
          <a:prstGeom prst="rect">
            <a:avLst/>
          </a:prstGeom>
          <a:solidFill>
            <a:srgbClr val="5272EC"/>
          </a:solidFill>
          <a:ln w="12700">
            <a:solidFill>
              <a:srgbClr val="5272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017" y="6693408"/>
            <a:ext cx="212339" cy="164592"/>
          </a:xfrm>
          <a:prstGeom prst="rect">
            <a:avLst/>
          </a:prstGeom>
          <a:solidFill>
            <a:srgbClr val="4F75EB"/>
          </a:solidFill>
          <a:ln w="12700">
            <a:solidFill>
              <a:srgbClr val="4F75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18212" y="6693408"/>
            <a:ext cx="212339" cy="164592"/>
          </a:xfrm>
          <a:prstGeom prst="rect">
            <a:avLst/>
          </a:prstGeom>
          <a:solidFill>
            <a:srgbClr val="4B78EA"/>
          </a:solidFill>
          <a:ln w="12700">
            <a:solidFill>
              <a:srgbClr val="4B78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21407" y="6693408"/>
            <a:ext cx="212339" cy="164592"/>
          </a:xfrm>
          <a:prstGeom prst="rect">
            <a:avLst/>
          </a:prstGeom>
          <a:solidFill>
            <a:srgbClr val="487BE9"/>
          </a:solidFill>
          <a:ln w="12700">
            <a:solidFill>
              <a:srgbClr val="487BE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24602" y="6693408"/>
            <a:ext cx="212339" cy="164592"/>
          </a:xfrm>
          <a:prstGeom prst="rect">
            <a:avLst/>
          </a:prstGeom>
          <a:solidFill>
            <a:srgbClr val="457EE8"/>
          </a:solidFill>
          <a:ln w="12700">
            <a:solidFill>
              <a:srgbClr val="457E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27797" y="6693408"/>
            <a:ext cx="212339" cy="164592"/>
          </a:xfrm>
          <a:prstGeom prst="rect">
            <a:avLst/>
          </a:prstGeom>
          <a:solidFill>
            <a:srgbClr val="4281E7"/>
          </a:solidFill>
          <a:ln w="12700">
            <a:solidFill>
              <a:srgbClr val="4281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30992" y="6693408"/>
            <a:ext cx="212339" cy="164592"/>
          </a:xfrm>
          <a:prstGeom prst="rect">
            <a:avLst/>
          </a:prstGeom>
          <a:solidFill>
            <a:srgbClr val="3F83E6"/>
          </a:solidFill>
          <a:ln w="12700">
            <a:solidFill>
              <a:srgbClr val="3F83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34187" y="6693408"/>
            <a:ext cx="212339" cy="164592"/>
          </a:xfrm>
          <a:prstGeom prst="rect">
            <a:avLst/>
          </a:prstGeom>
          <a:solidFill>
            <a:srgbClr val="3C86E5"/>
          </a:solidFill>
          <a:ln w="12700">
            <a:solidFill>
              <a:srgbClr val="3C86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37382" y="6693408"/>
            <a:ext cx="212339" cy="164592"/>
          </a:xfrm>
          <a:prstGeom prst="rect">
            <a:avLst/>
          </a:prstGeom>
          <a:solidFill>
            <a:srgbClr val="3889E4"/>
          </a:solidFill>
          <a:ln w="12700">
            <a:solidFill>
              <a:srgbClr val="3889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40576" y="6693408"/>
            <a:ext cx="212339" cy="164592"/>
          </a:xfrm>
          <a:prstGeom prst="rect">
            <a:avLst/>
          </a:prstGeom>
          <a:solidFill>
            <a:srgbClr val="358CE3"/>
          </a:solidFill>
          <a:ln w="12700">
            <a:solidFill>
              <a:srgbClr val="358C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3771" y="6693408"/>
            <a:ext cx="212339" cy="164592"/>
          </a:xfrm>
          <a:prstGeom prst="rect">
            <a:avLst/>
          </a:prstGeom>
          <a:solidFill>
            <a:srgbClr val="328FE2"/>
          </a:solidFill>
          <a:ln w="12700">
            <a:solidFill>
              <a:srgbClr val="328F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46966" y="6693408"/>
            <a:ext cx="212339" cy="164592"/>
          </a:xfrm>
          <a:prstGeom prst="rect">
            <a:avLst/>
          </a:prstGeom>
          <a:solidFill>
            <a:srgbClr val="2F91E1"/>
          </a:solidFill>
          <a:ln w="12700">
            <a:solidFill>
              <a:srgbClr val="2F91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50161" y="6693408"/>
            <a:ext cx="212339" cy="164592"/>
          </a:xfrm>
          <a:prstGeom prst="rect">
            <a:avLst/>
          </a:prstGeom>
          <a:solidFill>
            <a:srgbClr val="2C94E0"/>
          </a:solidFill>
          <a:ln w="12700">
            <a:solidFill>
              <a:srgbClr val="2C94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753356" y="6693408"/>
            <a:ext cx="212339" cy="164592"/>
          </a:xfrm>
          <a:prstGeom prst="rect">
            <a:avLst/>
          </a:prstGeom>
          <a:solidFill>
            <a:srgbClr val="2997DF"/>
          </a:solidFill>
          <a:ln w="12700">
            <a:solidFill>
              <a:srgbClr val="2997D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56551" y="6693408"/>
            <a:ext cx="212339" cy="164592"/>
          </a:xfrm>
          <a:prstGeom prst="rect">
            <a:avLst/>
          </a:prstGeom>
          <a:solidFill>
            <a:srgbClr val="269ADE"/>
          </a:solidFill>
          <a:ln w="12700">
            <a:solidFill>
              <a:srgbClr val="269AD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59746" y="6693408"/>
            <a:ext cx="212339" cy="164592"/>
          </a:xfrm>
          <a:prstGeom prst="rect">
            <a:avLst/>
          </a:prstGeom>
          <a:solidFill>
            <a:srgbClr val="229DDD"/>
          </a:solidFill>
          <a:ln w="12700">
            <a:solidFill>
              <a:srgbClr val="229DD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362941" y="6693408"/>
            <a:ext cx="212339" cy="164592"/>
          </a:xfrm>
          <a:prstGeom prst="rect">
            <a:avLst/>
          </a:prstGeom>
          <a:solidFill>
            <a:srgbClr val="1F9FDC"/>
          </a:solidFill>
          <a:ln w="12700">
            <a:solidFill>
              <a:srgbClr val="1F9FD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566136" y="6693408"/>
            <a:ext cx="212339" cy="164592"/>
          </a:xfrm>
          <a:prstGeom prst="rect">
            <a:avLst/>
          </a:prstGeom>
          <a:solidFill>
            <a:srgbClr val="1CA2DB"/>
          </a:solidFill>
          <a:ln w="12700">
            <a:solidFill>
              <a:srgbClr val="1CA2D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769331" y="6693408"/>
            <a:ext cx="212339" cy="164592"/>
          </a:xfrm>
          <a:prstGeom prst="rect">
            <a:avLst/>
          </a:prstGeom>
          <a:solidFill>
            <a:srgbClr val="19A5DA"/>
          </a:solidFill>
          <a:ln w="12700">
            <a:solidFill>
              <a:srgbClr val="19A5D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972526" y="6693408"/>
            <a:ext cx="212339" cy="164592"/>
          </a:xfrm>
          <a:prstGeom prst="rect">
            <a:avLst/>
          </a:prstGeom>
          <a:solidFill>
            <a:srgbClr val="16A8D9"/>
          </a:solidFill>
          <a:ln w="12700">
            <a:solidFill>
              <a:srgbClr val="16A8D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175721" y="6693408"/>
            <a:ext cx="212339" cy="164592"/>
          </a:xfrm>
          <a:prstGeom prst="rect">
            <a:avLst/>
          </a:prstGeom>
          <a:solidFill>
            <a:srgbClr val="13ABD8"/>
          </a:solidFill>
          <a:ln w="12700">
            <a:solidFill>
              <a:srgbClr val="13ABD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378916" y="6693408"/>
            <a:ext cx="212339" cy="164592"/>
          </a:xfrm>
          <a:prstGeom prst="rect">
            <a:avLst/>
          </a:prstGeom>
          <a:solidFill>
            <a:srgbClr val="0FAED7"/>
          </a:solidFill>
          <a:ln w="12700">
            <a:solidFill>
              <a:srgbClr val="0FAED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582110" y="6693408"/>
            <a:ext cx="212339" cy="164592"/>
          </a:xfrm>
          <a:prstGeom prst="rect">
            <a:avLst/>
          </a:prstGeom>
          <a:solidFill>
            <a:srgbClr val="0CB0D6"/>
          </a:solidFill>
          <a:ln w="12700">
            <a:solidFill>
              <a:srgbClr val="0CB0D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785305" y="6693408"/>
            <a:ext cx="212339" cy="164592"/>
          </a:xfrm>
          <a:prstGeom prst="rect">
            <a:avLst/>
          </a:prstGeom>
          <a:solidFill>
            <a:srgbClr val="09B3D5"/>
          </a:solidFill>
          <a:ln w="12700">
            <a:solidFill>
              <a:srgbClr val="09B3D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988500" y="6693408"/>
            <a:ext cx="212339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728655" y="64008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08 / 11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3200" dirty="0"/>
          </a:p>
        </p:txBody>
      </p:sp>
      <p:sp>
        <p:nvSpPr>
          <p:cNvPr id="67" name="Shape 65"/>
          <p:cNvSpPr/>
          <p:nvPr/>
        </p:nvSpPr>
        <p:spPr>
          <a:xfrm>
            <a:off x="548640" y="1463040"/>
            <a:ext cx="64008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6E"/>
                </a:solidFill>
              </a:rPr>
              <a:t>Tangible outcomes for students — and scale across India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548640" y="2148840"/>
            <a:ext cx="5029200" cy="2011680"/>
          </a:xfrm>
          <a:prstGeom prst="roundRect">
            <a:avLst>
              <a:gd name="adj" fmla="val 6818"/>
            </a:avLst>
          </a:prstGeom>
          <a:solidFill>
            <a:srgbClr val="F8F8FC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7724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366F1"/>
                </a:solidFill>
              </a:rPr>
              <a:t>EXPECTED OUTCOMES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22960" y="26517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E"/>
                </a:solidFill>
              </a:rPr>
              <a:t>✓  Discover suitable careers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822960" y="298094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E"/>
                </a:solidFill>
              </a:rPr>
              <a:t>✓  Identify skill gaps</a:t>
            </a:r>
            <a:endParaRPr lang="en-US" sz="1250" dirty="0"/>
          </a:p>
        </p:txBody>
      </p:sp>
      <p:sp>
        <p:nvSpPr>
          <p:cNvPr id="73" name="Text 71"/>
          <p:cNvSpPr/>
          <p:nvPr/>
        </p:nvSpPr>
        <p:spPr>
          <a:xfrm>
            <a:off x="822960" y="331012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E"/>
                </a:solidFill>
              </a:rPr>
              <a:t>✓  Improve placement readiness</a:t>
            </a:r>
            <a:endParaRPr lang="en-US" sz="1250" dirty="0"/>
          </a:p>
        </p:txBody>
      </p:sp>
      <p:sp>
        <p:nvSpPr>
          <p:cNvPr id="74" name="Text 72"/>
          <p:cNvSpPr/>
          <p:nvPr/>
        </p:nvSpPr>
        <p:spPr>
          <a:xfrm>
            <a:off x="822960" y="363931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2E"/>
                </a:solidFill>
              </a:rPr>
              <a:t>✓  Build personalized learning plans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5715000" y="2148840"/>
            <a:ext cx="5943600" cy="4160520"/>
          </a:xfrm>
          <a:prstGeom prst="roundRect">
            <a:avLst>
              <a:gd name="adj" fmla="val 3297"/>
            </a:avLst>
          </a:prstGeom>
          <a:solidFill>
            <a:srgbClr val="0E0E1A"/>
          </a:solidFill>
          <a:ln w="12700">
            <a:solidFill>
              <a:srgbClr val="0E0E1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43600" y="2286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5B4FC"/>
                </a:solidFill>
              </a:rPr>
              <a:t>EXAMPLE STUDENT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594360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CGPA 8.2  •  React, JavaScript, Node.js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594360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Full Stack Developer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9235440" y="3182112"/>
            <a:ext cx="1645920" cy="228600"/>
          </a:xfrm>
          <a:prstGeom prst="roundRect">
            <a:avLst>
              <a:gd name="adj" fmla="val 48000"/>
            </a:avLst>
          </a:prstGeom>
          <a:solidFill>
            <a:srgbClr val="1E1E30"/>
          </a:solidFill>
          <a:ln w="12700">
            <a:solidFill>
              <a:srgbClr val="1E1E3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235440" y="3182112"/>
            <a:ext cx="1547165" cy="228600"/>
          </a:xfrm>
          <a:prstGeom prst="roundRect">
            <a:avLst>
              <a:gd name="adj" fmla="val 48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927080" y="31089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94%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594360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Product Engineer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9235440" y="3822192"/>
            <a:ext cx="1645920" cy="228600"/>
          </a:xfrm>
          <a:prstGeom prst="roundRect">
            <a:avLst>
              <a:gd name="adj" fmla="val 48000"/>
            </a:avLst>
          </a:prstGeom>
          <a:solidFill>
            <a:srgbClr val="1E1E30"/>
          </a:solidFill>
          <a:ln w="12700">
            <a:solidFill>
              <a:srgbClr val="1E1E3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235440" y="3822192"/>
            <a:ext cx="1464869" cy="228600"/>
          </a:xfrm>
          <a:prstGeom prst="roundRect">
            <a:avLst>
              <a:gd name="adj" fmla="val 48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927080" y="3749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89%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5943600" y="45262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1E1E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080760" y="4617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5B4FC"/>
                </a:solidFill>
              </a:rPr>
              <a:t>PLACEMENT READINESS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5943600" y="489204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6EE7B7"/>
                </a:solidFill>
              </a:rPr>
              <a:t>82%</a:t>
            </a:r>
            <a:endParaRPr lang="en-US" sz="5400" dirty="0"/>
          </a:p>
        </p:txBody>
      </p:sp>
      <p:sp>
        <p:nvSpPr>
          <p:cNvPr id="89" name="Shape 87"/>
          <p:cNvSpPr/>
          <p:nvPr/>
        </p:nvSpPr>
        <p:spPr>
          <a:xfrm>
            <a:off x="8732520" y="4526280"/>
            <a:ext cx="2788920" cy="1554480"/>
          </a:xfrm>
          <a:prstGeom prst="roundRect">
            <a:avLst>
              <a:gd name="adj" fmla="val 7059"/>
            </a:avLst>
          </a:prstGeom>
          <a:solidFill>
            <a:srgbClr val="1E1E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869680" y="4617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CD34D"/>
                </a:solidFill>
              </a:rPr>
              <a:t>PROJECTED SALARY PATH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732520" y="493776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₹6 LPA  →  ₹25 LPA</a:t>
            </a:r>
            <a:endParaRPr lang="en-US" sz="1800" dirty="0"/>
          </a:p>
        </p:txBody>
      </p:sp>
      <p:sp>
        <p:nvSpPr>
          <p:cNvPr id="92" name="Shape 90"/>
          <p:cNvSpPr/>
          <p:nvPr/>
        </p:nvSpPr>
        <p:spPr>
          <a:xfrm>
            <a:off x="548640" y="4297680"/>
            <a:ext cx="5029200" cy="2011680"/>
          </a:xfrm>
          <a:prstGeom prst="roundRect">
            <a:avLst>
              <a:gd name="adj" fmla="val 6818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7724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</a:rPr>
              <a:t>SOCIAL IMPACT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548640" y="47091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300M+</a:t>
            </a:r>
            <a:endParaRPr lang="en-US" sz="5400" dirty="0"/>
          </a:p>
        </p:txBody>
      </p:sp>
      <p:sp>
        <p:nvSpPr>
          <p:cNvPr id="95" name="Text 93"/>
          <p:cNvSpPr/>
          <p:nvPr/>
        </p:nvSpPr>
        <p:spPr>
          <a:xfrm>
            <a:off x="548640" y="5715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7FF"/>
                </a:solidFill>
              </a:rPr>
              <a:t>Indian students reachable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 |  H2S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082735" y="54864"/>
            <a:ext cx="2743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E9E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INDIA.RUNS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93408"/>
            <a:ext cx="212339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3195" y="6693408"/>
            <a:ext cx="212339" cy="164592"/>
          </a:xfrm>
          <a:prstGeom prst="rect">
            <a:avLst/>
          </a:prstGeom>
          <a:solidFill>
            <a:srgbClr val="8A5CF6"/>
          </a:solidFill>
          <a:ln w="12700">
            <a:solidFill>
              <a:srgbClr val="8A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6390" y="6693408"/>
            <a:ext cx="212339" cy="164592"/>
          </a:xfrm>
          <a:prstGeom prst="rect">
            <a:avLst/>
          </a:prstGeom>
          <a:solidFill>
            <a:srgbClr val="885CF6"/>
          </a:solidFill>
          <a:ln w="12700">
            <a:solidFill>
              <a:srgbClr val="88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585" y="6693408"/>
            <a:ext cx="212339" cy="164592"/>
          </a:xfrm>
          <a:prstGeom prst="rect">
            <a:avLst/>
          </a:prstGeom>
          <a:solidFill>
            <a:srgbClr val="875DF5"/>
          </a:solidFill>
          <a:ln w="12700">
            <a:solidFill>
              <a:srgbClr val="875D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780" y="6693408"/>
            <a:ext cx="212339" cy="164592"/>
          </a:xfrm>
          <a:prstGeom prst="rect">
            <a:avLst/>
          </a:prstGeom>
          <a:solidFill>
            <a:srgbClr val="865DF5"/>
          </a:solidFill>
          <a:ln w="12700">
            <a:solidFill>
              <a:srgbClr val="865D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5975" y="6693408"/>
            <a:ext cx="212339" cy="164592"/>
          </a:xfrm>
          <a:prstGeom prst="rect">
            <a:avLst/>
          </a:prstGeom>
          <a:solidFill>
            <a:srgbClr val="845DF5"/>
          </a:solidFill>
          <a:ln w="12700">
            <a:solidFill>
              <a:srgbClr val="845D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9170" y="6693408"/>
            <a:ext cx="212339" cy="164592"/>
          </a:xfrm>
          <a:prstGeom prst="rect">
            <a:avLst/>
          </a:prstGeom>
          <a:solidFill>
            <a:srgbClr val="835DF5"/>
          </a:solidFill>
          <a:ln w="12700">
            <a:solidFill>
              <a:srgbClr val="835D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22364" y="6693408"/>
            <a:ext cx="212339" cy="164592"/>
          </a:xfrm>
          <a:prstGeom prst="rect">
            <a:avLst/>
          </a:prstGeom>
          <a:solidFill>
            <a:srgbClr val="825EF5"/>
          </a:solidFill>
          <a:ln w="12700">
            <a:solidFill>
              <a:srgbClr val="825E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25559" y="6693408"/>
            <a:ext cx="212339" cy="164592"/>
          </a:xfrm>
          <a:prstGeom prst="rect">
            <a:avLst/>
          </a:prstGeom>
          <a:solidFill>
            <a:srgbClr val="805EF5"/>
          </a:solidFill>
          <a:ln w="12700">
            <a:solidFill>
              <a:srgbClr val="805E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754" y="6693408"/>
            <a:ext cx="212339" cy="164592"/>
          </a:xfrm>
          <a:prstGeom prst="rect">
            <a:avLst/>
          </a:prstGeom>
          <a:solidFill>
            <a:srgbClr val="7F5EF4"/>
          </a:solidFill>
          <a:ln w="12700">
            <a:solidFill>
              <a:srgbClr val="7F5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31949" y="6693408"/>
            <a:ext cx="212339" cy="164592"/>
          </a:xfrm>
          <a:prstGeom prst="rect">
            <a:avLst/>
          </a:prstGeom>
          <a:solidFill>
            <a:srgbClr val="7D5EF4"/>
          </a:solidFill>
          <a:ln w="12700">
            <a:solidFill>
              <a:srgbClr val="7D5E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35144" y="6693408"/>
            <a:ext cx="212339" cy="164592"/>
          </a:xfrm>
          <a:prstGeom prst="rect">
            <a:avLst/>
          </a:prstGeom>
          <a:solidFill>
            <a:srgbClr val="7C5FF4"/>
          </a:solidFill>
          <a:ln w="12700">
            <a:solidFill>
              <a:srgbClr val="7C5F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38339" y="6693408"/>
            <a:ext cx="212339" cy="164592"/>
          </a:xfrm>
          <a:prstGeom prst="rect">
            <a:avLst/>
          </a:prstGeom>
          <a:solidFill>
            <a:srgbClr val="7B5FF4"/>
          </a:solidFill>
          <a:ln w="12700">
            <a:solidFill>
              <a:srgbClr val="7B5F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41534" y="6693408"/>
            <a:ext cx="212339" cy="164592"/>
          </a:xfrm>
          <a:prstGeom prst="rect">
            <a:avLst/>
          </a:prstGeom>
          <a:solidFill>
            <a:srgbClr val="795FF4"/>
          </a:solidFill>
          <a:ln w="12700">
            <a:solidFill>
              <a:srgbClr val="795F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44729" y="6693408"/>
            <a:ext cx="212339" cy="164592"/>
          </a:xfrm>
          <a:prstGeom prst="rect">
            <a:avLst/>
          </a:prstGeom>
          <a:solidFill>
            <a:srgbClr val="785FF4"/>
          </a:solidFill>
          <a:ln w="12700">
            <a:solidFill>
              <a:srgbClr val="785F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47924" y="6693408"/>
            <a:ext cx="212339" cy="164592"/>
          </a:xfrm>
          <a:prstGeom prst="rect">
            <a:avLst/>
          </a:prstGeom>
          <a:solidFill>
            <a:srgbClr val="7760F3"/>
          </a:solidFill>
          <a:ln w="12700">
            <a:solidFill>
              <a:srgbClr val="7760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51119" y="6693408"/>
            <a:ext cx="212339" cy="164592"/>
          </a:xfrm>
          <a:prstGeom prst="rect">
            <a:avLst/>
          </a:prstGeom>
          <a:solidFill>
            <a:srgbClr val="7560F3"/>
          </a:solidFill>
          <a:ln w="12700">
            <a:solidFill>
              <a:srgbClr val="756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54314" y="6693408"/>
            <a:ext cx="212339" cy="164592"/>
          </a:xfrm>
          <a:prstGeom prst="rect">
            <a:avLst/>
          </a:prstGeom>
          <a:solidFill>
            <a:srgbClr val="7460F3"/>
          </a:solidFill>
          <a:ln w="12700">
            <a:solidFill>
              <a:srgbClr val="7460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509" y="6693408"/>
            <a:ext cx="212339" cy="164592"/>
          </a:xfrm>
          <a:prstGeom prst="rect">
            <a:avLst/>
          </a:prstGeom>
          <a:solidFill>
            <a:srgbClr val="7360F3"/>
          </a:solidFill>
          <a:ln w="12700">
            <a:solidFill>
              <a:srgbClr val="7360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60703" y="6693408"/>
            <a:ext cx="212339" cy="164592"/>
          </a:xfrm>
          <a:prstGeom prst="rect">
            <a:avLst/>
          </a:prstGeom>
          <a:solidFill>
            <a:srgbClr val="7161F3"/>
          </a:solidFill>
          <a:ln w="12700">
            <a:solidFill>
              <a:srgbClr val="7161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3898" y="6693408"/>
            <a:ext cx="212339" cy="164592"/>
          </a:xfrm>
          <a:prstGeom prst="rect">
            <a:avLst/>
          </a:prstGeom>
          <a:solidFill>
            <a:srgbClr val="7061F3"/>
          </a:solidFill>
          <a:ln w="12700">
            <a:solidFill>
              <a:srgbClr val="7061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67093" y="6693408"/>
            <a:ext cx="212339" cy="164592"/>
          </a:xfrm>
          <a:prstGeom prst="rect">
            <a:avLst/>
          </a:prstGeom>
          <a:solidFill>
            <a:srgbClr val="6F61F2"/>
          </a:solidFill>
          <a:ln w="12700">
            <a:solidFill>
              <a:srgbClr val="6F61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70288" y="6693408"/>
            <a:ext cx="212339" cy="164592"/>
          </a:xfrm>
          <a:prstGeom prst="rect">
            <a:avLst/>
          </a:prstGeom>
          <a:solidFill>
            <a:srgbClr val="6D61F2"/>
          </a:solidFill>
          <a:ln w="12700">
            <a:solidFill>
              <a:srgbClr val="6D61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73483" y="6693408"/>
            <a:ext cx="212339" cy="164592"/>
          </a:xfrm>
          <a:prstGeom prst="rect">
            <a:avLst/>
          </a:prstGeom>
          <a:solidFill>
            <a:srgbClr val="6C61F2"/>
          </a:solidFill>
          <a:ln w="12700">
            <a:solidFill>
              <a:srgbClr val="6C61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76678" y="6693408"/>
            <a:ext cx="212339" cy="164592"/>
          </a:xfrm>
          <a:prstGeom prst="rect">
            <a:avLst/>
          </a:prstGeom>
          <a:solidFill>
            <a:srgbClr val="6A62F2"/>
          </a:solidFill>
          <a:ln w="12700">
            <a:solidFill>
              <a:srgbClr val="6A6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79873" y="6693408"/>
            <a:ext cx="212339" cy="164592"/>
          </a:xfrm>
          <a:prstGeom prst="rect">
            <a:avLst/>
          </a:prstGeom>
          <a:solidFill>
            <a:srgbClr val="6962F2"/>
          </a:solidFill>
          <a:ln w="12700">
            <a:solidFill>
              <a:srgbClr val="6962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83068" y="6693408"/>
            <a:ext cx="212339" cy="164592"/>
          </a:xfrm>
          <a:prstGeom prst="rect">
            <a:avLst/>
          </a:prstGeom>
          <a:solidFill>
            <a:srgbClr val="6862F2"/>
          </a:solidFill>
          <a:ln w="12700">
            <a:solidFill>
              <a:srgbClr val="6862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263" y="6693408"/>
            <a:ext cx="212339" cy="164592"/>
          </a:xfrm>
          <a:prstGeom prst="rect">
            <a:avLst/>
          </a:prstGeom>
          <a:solidFill>
            <a:srgbClr val="6662F1"/>
          </a:solidFill>
          <a:ln w="12700">
            <a:solidFill>
              <a:srgbClr val="6662F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89458" y="6693408"/>
            <a:ext cx="212339" cy="164592"/>
          </a:xfrm>
          <a:prstGeom prst="rect">
            <a:avLst/>
          </a:prstGeom>
          <a:solidFill>
            <a:srgbClr val="6563F1"/>
          </a:solidFill>
          <a:ln w="12700">
            <a:solidFill>
              <a:srgbClr val="6563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2653" y="6693408"/>
            <a:ext cx="212339" cy="164592"/>
          </a:xfrm>
          <a:prstGeom prst="rect">
            <a:avLst/>
          </a:prstGeom>
          <a:solidFill>
            <a:srgbClr val="6463F1"/>
          </a:solidFill>
          <a:ln w="12700">
            <a:solidFill>
              <a:srgbClr val="6463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95848" y="6693408"/>
            <a:ext cx="212339" cy="164592"/>
          </a:xfrm>
          <a:prstGeom prst="rect">
            <a:avLst/>
          </a:prstGeom>
          <a:solidFill>
            <a:srgbClr val="6164F1"/>
          </a:solidFill>
          <a:ln w="12700">
            <a:solidFill>
              <a:srgbClr val="6164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99043" y="6693408"/>
            <a:ext cx="212339" cy="164592"/>
          </a:xfrm>
          <a:prstGeom prst="rect">
            <a:avLst/>
          </a:prstGeom>
          <a:solidFill>
            <a:srgbClr val="5E67F0"/>
          </a:solidFill>
          <a:ln w="12700">
            <a:solidFill>
              <a:srgbClr val="5E6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02237" y="6693408"/>
            <a:ext cx="212339" cy="164592"/>
          </a:xfrm>
          <a:prstGeom prst="rect">
            <a:avLst/>
          </a:prstGeom>
          <a:solidFill>
            <a:srgbClr val="5B6AEF"/>
          </a:solidFill>
          <a:ln w="12700">
            <a:solidFill>
              <a:srgbClr val="5B6A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05432" y="6693408"/>
            <a:ext cx="212339" cy="164592"/>
          </a:xfrm>
          <a:prstGeom prst="rect">
            <a:avLst/>
          </a:prstGeom>
          <a:solidFill>
            <a:srgbClr val="586DEE"/>
          </a:solidFill>
          <a:ln w="12700">
            <a:solidFill>
              <a:srgbClr val="586D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08627" y="6693408"/>
            <a:ext cx="212339" cy="164592"/>
          </a:xfrm>
          <a:prstGeom prst="rect">
            <a:avLst/>
          </a:prstGeom>
          <a:solidFill>
            <a:srgbClr val="5570ED"/>
          </a:solidFill>
          <a:ln w="12700">
            <a:solidFill>
              <a:srgbClr val="5570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11822" y="6693408"/>
            <a:ext cx="212339" cy="164592"/>
          </a:xfrm>
          <a:prstGeom prst="rect">
            <a:avLst/>
          </a:prstGeom>
          <a:solidFill>
            <a:srgbClr val="5272EC"/>
          </a:solidFill>
          <a:ln w="12700">
            <a:solidFill>
              <a:srgbClr val="5272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017" y="6693408"/>
            <a:ext cx="212339" cy="164592"/>
          </a:xfrm>
          <a:prstGeom prst="rect">
            <a:avLst/>
          </a:prstGeom>
          <a:solidFill>
            <a:srgbClr val="4F75EB"/>
          </a:solidFill>
          <a:ln w="12700">
            <a:solidFill>
              <a:srgbClr val="4F75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18212" y="6693408"/>
            <a:ext cx="212339" cy="164592"/>
          </a:xfrm>
          <a:prstGeom prst="rect">
            <a:avLst/>
          </a:prstGeom>
          <a:solidFill>
            <a:srgbClr val="4B78EA"/>
          </a:solidFill>
          <a:ln w="12700">
            <a:solidFill>
              <a:srgbClr val="4B78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21407" y="6693408"/>
            <a:ext cx="212339" cy="164592"/>
          </a:xfrm>
          <a:prstGeom prst="rect">
            <a:avLst/>
          </a:prstGeom>
          <a:solidFill>
            <a:srgbClr val="487BE9"/>
          </a:solidFill>
          <a:ln w="12700">
            <a:solidFill>
              <a:srgbClr val="487BE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24602" y="6693408"/>
            <a:ext cx="212339" cy="164592"/>
          </a:xfrm>
          <a:prstGeom prst="rect">
            <a:avLst/>
          </a:prstGeom>
          <a:solidFill>
            <a:srgbClr val="457EE8"/>
          </a:solidFill>
          <a:ln w="12700">
            <a:solidFill>
              <a:srgbClr val="457E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27797" y="6693408"/>
            <a:ext cx="212339" cy="164592"/>
          </a:xfrm>
          <a:prstGeom prst="rect">
            <a:avLst/>
          </a:prstGeom>
          <a:solidFill>
            <a:srgbClr val="4281E7"/>
          </a:solidFill>
          <a:ln w="12700">
            <a:solidFill>
              <a:srgbClr val="4281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30992" y="6693408"/>
            <a:ext cx="212339" cy="164592"/>
          </a:xfrm>
          <a:prstGeom prst="rect">
            <a:avLst/>
          </a:prstGeom>
          <a:solidFill>
            <a:srgbClr val="3F83E6"/>
          </a:solidFill>
          <a:ln w="12700">
            <a:solidFill>
              <a:srgbClr val="3F83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34187" y="6693408"/>
            <a:ext cx="212339" cy="164592"/>
          </a:xfrm>
          <a:prstGeom prst="rect">
            <a:avLst/>
          </a:prstGeom>
          <a:solidFill>
            <a:srgbClr val="3C86E5"/>
          </a:solidFill>
          <a:ln w="12700">
            <a:solidFill>
              <a:srgbClr val="3C86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37382" y="6693408"/>
            <a:ext cx="212339" cy="164592"/>
          </a:xfrm>
          <a:prstGeom prst="rect">
            <a:avLst/>
          </a:prstGeom>
          <a:solidFill>
            <a:srgbClr val="3889E4"/>
          </a:solidFill>
          <a:ln w="12700">
            <a:solidFill>
              <a:srgbClr val="3889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40576" y="6693408"/>
            <a:ext cx="212339" cy="164592"/>
          </a:xfrm>
          <a:prstGeom prst="rect">
            <a:avLst/>
          </a:prstGeom>
          <a:solidFill>
            <a:srgbClr val="358CE3"/>
          </a:solidFill>
          <a:ln w="12700">
            <a:solidFill>
              <a:srgbClr val="358C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3771" y="6693408"/>
            <a:ext cx="212339" cy="164592"/>
          </a:xfrm>
          <a:prstGeom prst="rect">
            <a:avLst/>
          </a:prstGeom>
          <a:solidFill>
            <a:srgbClr val="328FE2"/>
          </a:solidFill>
          <a:ln w="12700">
            <a:solidFill>
              <a:srgbClr val="328F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46966" y="6693408"/>
            <a:ext cx="212339" cy="164592"/>
          </a:xfrm>
          <a:prstGeom prst="rect">
            <a:avLst/>
          </a:prstGeom>
          <a:solidFill>
            <a:srgbClr val="2F91E1"/>
          </a:solidFill>
          <a:ln w="12700">
            <a:solidFill>
              <a:srgbClr val="2F91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50161" y="6693408"/>
            <a:ext cx="212339" cy="164592"/>
          </a:xfrm>
          <a:prstGeom prst="rect">
            <a:avLst/>
          </a:prstGeom>
          <a:solidFill>
            <a:srgbClr val="2C94E0"/>
          </a:solidFill>
          <a:ln w="12700">
            <a:solidFill>
              <a:srgbClr val="2C94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753356" y="6693408"/>
            <a:ext cx="212339" cy="164592"/>
          </a:xfrm>
          <a:prstGeom prst="rect">
            <a:avLst/>
          </a:prstGeom>
          <a:solidFill>
            <a:srgbClr val="2997DF"/>
          </a:solidFill>
          <a:ln w="12700">
            <a:solidFill>
              <a:srgbClr val="2997D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56551" y="6693408"/>
            <a:ext cx="212339" cy="164592"/>
          </a:xfrm>
          <a:prstGeom prst="rect">
            <a:avLst/>
          </a:prstGeom>
          <a:solidFill>
            <a:srgbClr val="269ADE"/>
          </a:solidFill>
          <a:ln w="12700">
            <a:solidFill>
              <a:srgbClr val="269AD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59746" y="6693408"/>
            <a:ext cx="212339" cy="164592"/>
          </a:xfrm>
          <a:prstGeom prst="rect">
            <a:avLst/>
          </a:prstGeom>
          <a:solidFill>
            <a:srgbClr val="229DDD"/>
          </a:solidFill>
          <a:ln w="12700">
            <a:solidFill>
              <a:srgbClr val="229DD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362941" y="6693408"/>
            <a:ext cx="212339" cy="164592"/>
          </a:xfrm>
          <a:prstGeom prst="rect">
            <a:avLst/>
          </a:prstGeom>
          <a:solidFill>
            <a:srgbClr val="1F9FDC"/>
          </a:solidFill>
          <a:ln w="12700">
            <a:solidFill>
              <a:srgbClr val="1F9FD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566136" y="6693408"/>
            <a:ext cx="212339" cy="164592"/>
          </a:xfrm>
          <a:prstGeom prst="rect">
            <a:avLst/>
          </a:prstGeom>
          <a:solidFill>
            <a:srgbClr val="1CA2DB"/>
          </a:solidFill>
          <a:ln w="12700">
            <a:solidFill>
              <a:srgbClr val="1CA2D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769331" y="6693408"/>
            <a:ext cx="212339" cy="164592"/>
          </a:xfrm>
          <a:prstGeom prst="rect">
            <a:avLst/>
          </a:prstGeom>
          <a:solidFill>
            <a:srgbClr val="19A5DA"/>
          </a:solidFill>
          <a:ln w="12700">
            <a:solidFill>
              <a:srgbClr val="19A5D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972526" y="6693408"/>
            <a:ext cx="212339" cy="164592"/>
          </a:xfrm>
          <a:prstGeom prst="rect">
            <a:avLst/>
          </a:prstGeom>
          <a:solidFill>
            <a:srgbClr val="16A8D9"/>
          </a:solidFill>
          <a:ln w="12700">
            <a:solidFill>
              <a:srgbClr val="16A8D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175721" y="6693408"/>
            <a:ext cx="212339" cy="164592"/>
          </a:xfrm>
          <a:prstGeom prst="rect">
            <a:avLst/>
          </a:prstGeom>
          <a:solidFill>
            <a:srgbClr val="13ABD8"/>
          </a:solidFill>
          <a:ln w="12700">
            <a:solidFill>
              <a:srgbClr val="13ABD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378916" y="6693408"/>
            <a:ext cx="212339" cy="164592"/>
          </a:xfrm>
          <a:prstGeom prst="rect">
            <a:avLst/>
          </a:prstGeom>
          <a:solidFill>
            <a:srgbClr val="0FAED7"/>
          </a:solidFill>
          <a:ln w="12700">
            <a:solidFill>
              <a:srgbClr val="0FAED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582110" y="6693408"/>
            <a:ext cx="212339" cy="164592"/>
          </a:xfrm>
          <a:prstGeom prst="rect">
            <a:avLst/>
          </a:prstGeom>
          <a:solidFill>
            <a:srgbClr val="0CB0D6"/>
          </a:solidFill>
          <a:ln w="12700">
            <a:solidFill>
              <a:srgbClr val="0CB0D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785305" y="6693408"/>
            <a:ext cx="212339" cy="164592"/>
          </a:xfrm>
          <a:prstGeom prst="rect">
            <a:avLst/>
          </a:prstGeom>
          <a:solidFill>
            <a:srgbClr val="09B3D5"/>
          </a:solidFill>
          <a:ln w="12700">
            <a:solidFill>
              <a:srgbClr val="09B3D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988500" y="6693408"/>
            <a:ext cx="212339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728655" y="64008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09 / 11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67" name="Shape 65"/>
          <p:cNvSpPr/>
          <p:nvPr/>
        </p:nvSpPr>
        <p:spPr>
          <a:xfrm>
            <a:off x="548640" y="1463040"/>
            <a:ext cx="64008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6E"/>
                </a:solidFill>
              </a:rPr>
              <a:t>Carefully chosen stack — fast to ship, easy to scale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548640" y="219456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8F8FC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8640" y="2194560"/>
            <a:ext cx="361188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77240" y="23774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B6D4"/>
                </a:solidFill>
              </a:rPr>
              <a:t>FRONTEND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77240" y="2743200"/>
            <a:ext cx="31546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14400" y="274320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B2E"/>
                </a:solidFill>
              </a:rPr>
              <a:t>•  React.js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777240" y="3072384"/>
            <a:ext cx="31546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14400" y="3072384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B2E"/>
                </a:solidFill>
              </a:rPr>
              <a:t>•  HTML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777240" y="3401568"/>
            <a:ext cx="31546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14400" y="340156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B2E"/>
                </a:solidFill>
              </a:rPr>
              <a:t>•  CSS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777240" y="3730752"/>
            <a:ext cx="31546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14400" y="373075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B2E"/>
                </a:solidFill>
              </a:rPr>
              <a:t>•  JavaScript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4297680" y="219456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8F8FC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297680" y="2194560"/>
            <a:ext cx="361188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26280" y="23774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366F1"/>
                </a:solidFill>
              </a:rPr>
              <a:t>BACKEND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4526280" y="2743200"/>
            <a:ext cx="31546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663440" y="274320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B2E"/>
                </a:solidFill>
              </a:rPr>
              <a:t>•  Firebase Auth</a:t>
            </a:r>
            <a:endParaRPr lang="en-US" sz="1150" dirty="0"/>
          </a:p>
        </p:txBody>
      </p:sp>
      <p:sp>
        <p:nvSpPr>
          <p:cNvPr id="85" name="Shape 83"/>
          <p:cNvSpPr/>
          <p:nvPr/>
        </p:nvSpPr>
        <p:spPr>
          <a:xfrm>
            <a:off x="4526280" y="3072384"/>
            <a:ext cx="31546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663440" y="3072384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B2E"/>
                </a:solidFill>
              </a:rPr>
              <a:t>•  Firestore DB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8046720" y="219456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8F8FC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046720" y="2194560"/>
            <a:ext cx="36118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275320" y="23774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</a:rPr>
              <a:t>AI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8275320" y="2743200"/>
            <a:ext cx="31546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412480" y="274320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B2E"/>
                </a:solidFill>
              </a:rPr>
              <a:t>•  Gemini API</a:t>
            </a:r>
            <a:endParaRPr lang="en-US" sz="1150" dirty="0"/>
          </a:p>
        </p:txBody>
      </p:sp>
      <p:sp>
        <p:nvSpPr>
          <p:cNvPr id="92" name="Shape 90"/>
          <p:cNvSpPr/>
          <p:nvPr/>
        </p:nvSpPr>
        <p:spPr>
          <a:xfrm>
            <a:off x="548640" y="434340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8F8FC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48640" y="4343400"/>
            <a:ext cx="3611880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77240" y="4526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C4899"/>
                </a:solidFill>
              </a:rPr>
              <a:t>HOSTING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777240" y="4892040"/>
            <a:ext cx="31546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14400" y="489204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B2E"/>
                </a:solidFill>
              </a:rPr>
              <a:t>•  Firebase Hosting</a:t>
            </a:r>
            <a:endParaRPr lang="en-US" sz="1150" dirty="0"/>
          </a:p>
        </p:txBody>
      </p:sp>
      <p:sp>
        <p:nvSpPr>
          <p:cNvPr id="97" name="Shape 95"/>
          <p:cNvSpPr/>
          <p:nvPr/>
        </p:nvSpPr>
        <p:spPr>
          <a:xfrm>
            <a:off x="4297680" y="434340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8F8FC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297680" y="4343400"/>
            <a:ext cx="361188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526280" y="4526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0B981"/>
                </a:solidFill>
              </a:rPr>
              <a:t>VISUALIZATION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4526280" y="4892040"/>
            <a:ext cx="31546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663440" y="489204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B2E"/>
                </a:solidFill>
              </a:rPr>
              <a:t>•  Chart.js</a:t>
            </a:r>
            <a:endParaRPr lang="en-US" sz="1150" dirty="0"/>
          </a:p>
        </p:txBody>
      </p:sp>
      <p:sp>
        <p:nvSpPr>
          <p:cNvPr id="102" name="Shape 100"/>
          <p:cNvSpPr/>
          <p:nvPr/>
        </p:nvSpPr>
        <p:spPr>
          <a:xfrm>
            <a:off x="8046720" y="434340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8F8FC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046720" y="4343400"/>
            <a:ext cx="361188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275320" y="4526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5CF6"/>
                </a:solidFill>
              </a:rPr>
              <a:t>DESIGN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8275320" y="4892040"/>
            <a:ext cx="31546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412480" y="489204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B2E"/>
                </a:solidFill>
              </a:rPr>
              <a:t>•  Modern Dashboard UI</a:t>
            </a:r>
            <a:endParaRPr lang="en-US" sz="1150" dirty="0"/>
          </a:p>
        </p:txBody>
      </p:sp>
      <p:sp>
        <p:nvSpPr>
          <p:cNvPr id="107" name="Shape 105"/>
          <p:cNvSpPr/>
          <p:nvPr/>
        </p:nvSpPr>
        <p:spPr>
          <a:xfrm>
            <a:off x="8275320" y="5221224"/>
            <a:ext cx="31546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412480" y="5221224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B2E"/>
                </a:solidFill>
              </a:rPr>
              <a:t>•  Responsive Design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731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 |  H2S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082735" y="54864"/>
            <a:ext cx="2743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E9E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INDIA.RUNS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693408"/>
            <a:ext cx="212339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3195" y="6693408"/>
            <a:ext cx="212339" cy="164592"/>
          </a:xfrm>
          <a:prstGeom prst="rect">
            <a:avLst/>
          </a:prstGeom>
          <a:solidFill>
            <a:srgbClr val="8A5CF6"/>
          </a:solidFill>
          <a:ln w="12700">
            <a:solidFill>
              <a:srgbClr val="8A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6390" y="6693408"/>
            <a:ext cx="212339" cy="164592"/>
          </a:xfrm>
          <a:prstGeom prst="rect">
            <a:avLst/>
          </a:prstGeom>
          <a:solidFill>
            <a:srgbClr val="885CF6"/>
          </a:solidFill>
          <a:ln w="12700">
            <a:solidFill>
              <a:srgbClr val="88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585" y="6693408"/>
            <a:ext cx="212339" cy="164592"/>
          </a:xfrm>
          <a:prstGeom prst="rect">
            <a:avLst/>
          </a:prstGeom>
          <a:solidFill>
            <a:srgbClr val="875DF5"/>
          </a:solidFill>
          <a:ln w="12700">
            <a:solidFill>
              <a:srgbClr val="875D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780" y="6693408"/>
            <a:ext cx="212339" cy="164592"/>
          </a:xfrm>
          <a:prstGeom prst="rect">
            <a:avLst/>
          </a:prstGeom>
          <a:solidFill>
            <a:srgbClr val="865DF5"/>
          </a:solidFill>
          <a:ln w="12700">
            <a:solidFill>
              <a:srgbClr val="865D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5975" y="6693408"/>
            <a:ext cx="212339" cy="164592"/>
          </a:xfrm>
          <a:prstGeom prst="rect">
            <a:avLst/>
          </a:prstGeom>
          <a:solidFill>
            <a:srgbClr val="845DF5"/>
          </a:solidFill>
          <a:ln w="12700">
            <a:solidFill>
              <a:srgbClr val="845D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9170" y="6693408"/>
            <a:ext cx="212339" cy="164592"/>
          </a:xfrm>
          <a:prstGeom prst="rect">
            <a:avLst/>
          </a:prstGeom>
          <a:solidFill>
            <a:srgbClr val="835DF5"/>
          </a:solidFill>
          <a:ln w="12700">
            <a:solidFill>
              <a:srgbClr val="835D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22364" y="6693408"/>
            <a:ext cx="212339" cy="164592"/>
          </a:xfrm>
          <a:prstGeom prst="rect">
            <a:avLst/>
          </a:prstGeom>
          <a:solidFill>
            <a:srgbClr val="825EF5"/>
          </a:solidFill>
          <a:ln w="12700">
            <a:solidFill>
              <a:srgbClr val="825E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25559" y="6693408"/>
            <a:ext cx="212339" cy="164592"/>
          </a:xfrm>
          <a:prstGeom prst="rect">
            <a:avLst/>
          </a:prstGeom>
          <a:solidFill>
            <a:srgbClr val="805EF5"/>
          </a:solidFill>
          <a:ln w="12700">
            <a:solidFill>
              <a:srgbClr val="805E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754" y="6693408"/>
            <a:ext cx="212339" cy="164592"/>
          </a:xfrm>
          <a:prstGeom prst="rect">
            <a:avLst/>
          </a:prstGeom>
          <a:solidFill>
            <a:srgbClr val="7F5EF4"/>
          </a:solidFill>
          <a:ln w="12700">
            <a:solidFill>
              <a:srgbClr val="7F5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31949" y="6693408"/>
            <a:ext cx="212339" cy="164592"/>
          </a:xfrm>
          <a:prstGeom prst="rect">
            <a:avLst/>
          </a:prstGeom>
          <a:solidFill>
            <a:srgbClr val="7D5EF4"/>
          </a:solidFill>
          <a:ln w="12700">
            <a:solidFill>
              <a:srgbClr val="7D5E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35144" y="6693408"/>
            <a:ext cx="212339" cy="164592"/>
          </a:xfrm>
          <a:prstGeom prst="rect">
            <a:avLst/>
          </a:prstGeom>
          <a:solidFill>
            <a:srgbClr val="7C5FF4"/>
          </a:solidFill>
          <a:ln w="12700">
            <a:solidFill>
              <a:srgbClr val="7C5F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38339" y="6693408"/>
            <a:ext cx="212339" cy="164592"/>
          </a:xfrm>
          <a:prstGeom prst="rect">
            <a:avLst/>
          </a:prstGeom>
          <a:solidFill>
            <a:srgbClr val="7B5FF4"/>
          </a:solidFill>
          <a:ln w="12700">
            <a:solidFill>
              <a:srgbClr val="7B5F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41534" y="6693408"/>
            <a:ext cx="212339" cy="164592"/>
          </a:xfrm>
          <a:prstGeom prst="rect">
            <a:avLst/>
          </a:prstGeom>
          <a:solidFill>
            <a:srgbClr val="795FF4"/>
          </a:solidFill>
          <a:ln w="12700">
            <a:solidFill>
              <a:srgbClr val="795F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44729" y="6693408"/>
            <a:ext cx="212339" cy="164592"/>
          </a:xfrm>
          <a:prstGeom prst="rect">
            <a:avLst/>
          </a:prstGeom>
          <a:solidFill>
            <a:srgbClr val="785FF4"/>
          </a:solidFill>
          <a:ln w="12700">
            <a:solidFill>
              <a:srgbClr val="785F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47924" y="6693408"/>
            <a:ext cx="212339" cy="164592"/>
          </a:xfrm>
          <a:prstGeom prst="rect">
            <a:avLst/>
          </a:prstGeom>
          <a:solidFill>
            <a:srgbClr val="7760F3"/>
          </a:solidFill>
          <a:ln w="12700">
            <a:solidFill>
              <a:srgbClr val="7760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51119" y="6693408"/>
            <a:ext cx="212339" cy="164592"/>
          </a:xfrm>
          <a:prstGeom prst="rect">
            <a:avLst/>
          </a:prstGeom>
          <a:solidFill>
            <a:srgbClr val="7560F3"/>
          </a:solidFill>
          <a:ln w="12700">
            <a:solidFill>
              <a:srgbClr val="756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54314" y="6693408"/>
            <a:ext cx="212339" cy="164592"/>
          </a:xfrm>
          <a:prstGeom prst="rect">
            <a:avLst/>
          </a:prstGeom>
          <a:solidFill>
            <a:srgbClr val="7460F3"/>
          </a:solidFill>
          <a:ln w="12700">
            <a:solidFill>
              <a:srgbClr val="7460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509" y="6693408"/>
            <a:ext cx="212339" cy="164592"/>
          </a:xfrm>
          <a:prstGeom prst="rect">
            <a:avLst/>
          </a:prstGeom>
          <a:solidFill>
            <a:srgbClr val="7360F3"/>
          </a:solidFill>
          <a:ln w="12700">
            <a:solidFill>
              <a:srgbClr val="7360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60703" y="6693408"/>
            <a:ext cx="212339" cy="164592"/>
          </a:xfrm>
          <a:prstGeom prst="rect">
            <a:avLst/>
          </a:prstGeom>
          <a:solidFill>
            <a:srgbClr val="7161F3"/>
          </a:solidFill>
          <a:ln w="12700">
            <a:solidFill>
              <a:srgbClr val="7161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3898" y="6693408"/>
            <a:ext cx="212339" cy="164592"/>
          </a:xfrm>
          <a:prstGeom prst="rect">
            <a:avLst/>
          </a:prstGeom>
          <a:solidFill>
            <a:srgbClr val="7061F3"/>
          </a:solidFill>
          <a:ln w="12700">
            <a:solidFill>
              <a:srgbClr val="7061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67093" y="6693408"/>
            <a:ext cx="212339" cy="164592"/>
          </a:xfrm>
          <a:prstGeom prst="rect">
            <a:avLst/>
          </a:prstGeom>
          <a:solidFill>
            <a:srgbClr val="6F61F2"/>
          </a:solidFill>
          <a:ln w="12700">
            <a:solidFill>
              <a:srgbClr val="6F61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70288" y="6693408"/>
            <a:ext cx="212339" cy="164592"/>
          </a:xfrm>
          <a:prstGeom prst="rect">
            <a:avLst/>
          </a:prstGeom>
          <a:solidFill>
            <a:srgbClr val="6D61F2"/>
          </a:solidFill>
          <a:ln w="12700">
            <a:solidFill>
              <a:srgbClr val="6D61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73483" y="6693408"/>
            <a:ext cx="212339" cy="164592"/>
          </a:xfrm>
          <a:prstGeom prst="rect">
            <a:avLst/>
          </a:prstGeom>
          <a:solidFill>
            <a:srgbClr val="6C61F2"/>
          </a:solidFill>
          <a:ln w="12700">
            <a:solidFill>
              <a:srgbClr val="6C61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76678" y="6693408"/>
            <a:ext cx="212339" cy="164592"/>
          </a:xfrm>
          <a:prstGeom prst="rect">
            <a:avLst/>
          </a:prstGeom>
          <a:solidFill>
            <a:srgbClr val="6A62F2"/>
          </a:solidFill>
          <a:ln w="12700">
            <a:solidFill>
              <a:srgbClr val="6A6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79873" y="6693408"/>
            <a:ext cx="212339" cy="164592"/>
          </a:xfrm>
          <a:prstGeom prst="rect">
            <a:avLst/>
          </a:prstGeom>
          <a:solidFill>
            <a:srgbClr val="6962F2"/>
          </a:solidFill>
          <a:ln w="12700">
            <a:solidFill>
              <a:srgbClr val="6962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83068" y="6693408"/>
            <a:ext cx="212339" cy="164592"/>
          </a:xfrm>
          <a:prstGeom prst="rect">
            <a:avLst/>
          </a:prstGeom>
          <a:solidFill>
            <a:srgbClr val="6862F2"/>
          </a:solidFill>
          <a:ln w="12700">
            <a:solidFill>
              <a:srgbClr val="6862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263" y="6693408"/>
            <a:ext cx="212339" cy="164592"/>
          </a:xfrm>
          <a:prstGeom prst="rect">
            <a:avLst/>
          </a:prstGeom>
          <a:solidFill>
            <a:srgbClr val="6662F1"/>
          </a:solidFill>
          <a:ln w="12700">
            <a:solidFill>
              <a:srgbClr val="6662F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89458" y="6693408"/>
            <a:ext cx="212339" cy="164592"/>
          </a:xfrm>
          <a:prstGeom prst="rect">
            <a:avLst/>
          </a:prstGeom>
          <a:solidFill>
            <a:srgbClr val="6563F1"/>
          </a:solidFill>
          <a:ln w="12700">
            <a:solidFill>
              <a:srgbClr val="6563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2653" y="6693408"/>
            <a:ext cx="212339" cy="164592"/>
          </a:xfrm>
          <a:prstGeom prst="rect">
            <a:avLst/>
          </a:prstGeom>
          <a:solidFill>
            <a:srgbClr val="6463F1"/>
          </a:solidFill>
          <a:ln w="12700">
            <a:solidFill>
              <a:srgbClr val="6463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95848" y="6693408"/>
            <a:ext cx="212339" cy="164592"/>
          </a:xfrm>
          <a:prstGeom prst="rect">
            <a:avLst/>
          </a:prstGeom>
          <a:solidFill>
            <a:srgbClr val="6164F1"/>
          </a:solidFill>
          <a:ln w="12700">
            <a:solidFill>
              <a:srgbClr val="6164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99043" y="6693408"/>
            <a:ext cx="212339" cy="164592"/>
          </a:xfrm>
          <a:prstGeom prst="rect">
            <a:avLst/>
          </a:prstGeom>
          <a:solidFill>
            <a:srgbClr val="5E67F0"/>
          </a:solidFill>
          <a:ln w="12700">
            <a:solidFill>
              <a:srgbClr val="5E6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02237" y="6693408"/>
            <a:ext cx="212339" cy="164592"/>
          </a:xfrm>
          <a:prstGeom prst="rect">
            <a:avLst/>
          </a:prstGeom>
          <a:solidFill>
            <a:srgbClr val="5B6AEF"/>
          </a:solidFill>
          <a:ln w="12700">
            <a:solidFill>
              <a:srgbClr val="5B6A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05432" y="6693408"/>
            <a:ext cx="212339" cy="164592"/>
          </a:xfrm>
          <a:prstGeom prst="rect">
            <a:avLst/>
          </a:prstGeom>
          <a:solidFill>
            <a:srgbClr val="586DEE"/>
          </a:solidFill>
          <a:ln w="12700">
            <a:solidFill>
              <a:srgbClr val="586D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08627" y="6693408"/>
            <a:ext cx="212339" cy="164592"/>
          </a:xfrm>
          <a:prstGeom prst="rect">
            <a:avLst/>
          </a:prstGeom>
          <a:solidFill>
            <a:srgbClr val="5570ED"/>
          </a:solidFill>
          <a:ln w="12700">
            <a:solidFill>
              <a:srgbClr val="5570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11822" y="6693408"/>
            <a:ext cx="212339" cy="164592"/>
          </a:xfrm>
          <a:prstGeom prst="rect">
            <a:avLst/>
          </a:prstGeom>
          <a:solidFill>
            <a:srgbClr val="5272EC"/>
          </a:solidFill>
          <a:ln w="12700">
            <a:solidFill>
              <a:srgbClr val="5272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017" y="6693408"/>
            <a:ext cx="212339" cy="164592"/>
          </a:xfrm>
          <a:prstGeom prst="rect">
            <a:avLst/>
          </a:prstGeom>
          <a:solidFill>
            <a:srgbClr val="4F75EB"/>
          </a:solidFill>
          <a:ln w="12700">
            <a:solidFill>
              <a:srgbClr val="4F75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18212" y="6693408"/>
            <a:ext cx="212339" cy="164592"/>
          </a:xfrm>
          <a:prstGeom prst="rect">
            <a:avLst/>
          </a:prstGeom>
          <a:solidFill>
            <a:srgbClr val="4B78EA"/>
          </a:solidFill>
          <a:ln w="12700">
            <a:solidFill>
              <a:srgbClr val="4B78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21407" y="6693408"/>
            <a:ext cx="212339" cy="164592"/>
          </a:xfrm>
          <a:prstGeom prst="rect">
            <a:avLst/>
          </a:prstGeom>
          <a:solidFill>
            <a:srgbClr val="487BE9"/>
          </a:solidFill>
          <a:ln w="12700">
            <a:solidFill>
              <a:srgbClr val="487BE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24602" y="6693408"/>
            <a:ext cx="212339" cy="164592"/>
          </a:xfrm>
          <a:prstGeom prst="rect">
            <a:avLst/>
          </a:prstGeom>
          <a:solidFill>
            <a:srgbClr val="457EE8"/>
          </a:solidFill>
          <a:ln w="12700">
            <a:solidFill>
              <a:srgbClr val="457E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27797" y="6693408"/>
            <a:ext cx="212339" cy="164592"/>
          </a:xfrm>
          <a:prstGeom prst="rect">
            <a:avLst/>
          </a:prstGeom>
          <a:solidFill>
            <a:srgbClr val="4281E7"/>
          </a:solidFill>
          <a:ln w="12700">
            <a:solidFill>
              <a:srgbClr val="4281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30992" y="6693408"/>
            <a:ext cx="212339" cy="164592"/>
          </a:xfrm>
          <a:prstGeom prst="rect">
            <a:avLst/>
          </a:prstGeom>
          <a:solidFill>
            <a:srgbClr val="3F83E6"/>
          </a:solidFill>
          <a:ln w="12700">
            <a:solidFill>
              <a:srgbClr val="3F83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34187" y="6693408"/>
            <a:ext cx="212339" cy="164592"/>
          </a:xfrm>
          <a:prstGeom prst="rect">
            <a:avLst/>
          </a:prstGeom>
          <a:solidFill>
            <a:srgbClr val="3C86E5"/>
          </a:solidFill>
          <a:ln w="12700">
            <a:solidFill>
              <a:srgbClr val="3C86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37382" y="6693408"/>
            <a:ext cx="212339" cy="164592"/>
          </a:xfrm>
          <a:prstGeom prst="rect">
            <a:avLst/>
          </a:prstGeom>
          <a:solidFill>
            <a:srgbClr val="3889E4"/>
          </a:solidFill>
          <a:ln w="12700">
            <a:solidFill>
              <a:srgbClr val="3889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40576" y="6693408"/>
            <a:ext cx="212339" cy="164592"/>
          </a:xfrm>
          <a:prstGeom prst="rect">
            <a:avLst/>
          </a:prstGeom>
          <a:solidFill>
            <a:srgbClr val="358CE3"/>
          </a:solidFill>
          <a:ln w="12700">
            <a:solidFill>
              <a:srgbClr val="358C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3771" y="6693408"/>
            <a:ext cx="212339" cy="164592"/>
          </a:xfrm>
          <a:prstGeom prst="rect">
            <a:avLst/>
          </a:prstGeom>
          <a:solidFill>
            <a:srgbClr val="328FE2"/>
          </a:solidFill>
          <a:ln w="12700">
            <a:solidFill>
              <a:srgbClr val="328F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46966" y="6693408"/>
            <a:ext cx="212339" cy="164592"/>
          </a:xfrm>
          <a:prstGeom prst="rect">
            <a:avLst/>
          </a:prstGeom>
          <a:solidFill>
            <a:srgbClr val="2F91E1"/>
          </a:solidFill>
          <a:ln w="12700">
            <a:solidFill>
              <a:srgbClr val="2F91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50161" y="6693408"/>
            <a:ext cx="212339" cy="164592"/>
          </a:xfrm>
          <a:prstGeom prst="rect">
            <a:avLst/>
          </a:prstGeom>
          <a:solidFill>
            <a:srgbClr val="2C94E0"/>
          </a:solidFill>
          <a:ln w="12700">
            <a:solidFill>
              <a:srgbClr val="2C94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753356" y="6693408"/>
            <a:ext cx="212339" cy="164592"/>
          </a:xfrm>
          <a:prstGeom prst="rect">
            <a:avLst/>
          </a:prstGeom>
          <a:solidFill>
            <a:srgbClr val="2997DF"/>
          </a:solidFill>
          <a:ln w="12700">
            <a:solidFill>
              <a:srgbClr val="2997D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56551" y="6693408"/>
            <a:ext cx="212339" cy="164592"/>
          </a:xfrm>
          <a:prstGeom prst="rect">
            <a:avLst/>
          </a:prstGeom>
          <a:solidFill>
            <a:srgbClr val="269ADE"/>
          </a:solidFill>
          <a:ln w="12700">
            <a:solidFill>
              <a:srgbClr val="269AD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59746" y="6693408"/>
            <a:ext cx="212339" cy="164592"/>
          </a:xfrm>
          <a:prstGeom prst="rect">
            <a:avLst/>
          </a:prstGeom>
          <a:solidFill>
            <a:srgbClr val="229DDD"/>
          </a:solidFill>
          <a:ln w="12700">
            <a:solidFill>
              <a:srgbClr val="229DD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362941" y="6693408"/>
            <a:ext cx="212339" cy="164592"/>
          </a:xfrm>
          <a:prstGeom prst="rect">
            <a:avLst/>
          </a:prstGeom>
          <a:solidFill>
            <a:srgbClr val="1F9FDC"/>
          </a:solidFill>
          <a:ln w="12700">
            <a:solidFill>
              <a:srgbClr val="1F9FD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566136" y="6693408"/>
            <a:ext cx="212339" cy="164592"/>
          </a:xfrm>
          <a:prstGeom prst="rect">
            <a:avLst/>
          </a:prstGeom>
          <a:solidFill>
            <a:srgbClr val="1CA2DB"/>
          </a:solidFill>
          <a:ln w="12700">
            <a:solidFill>
              <a:srgbClr val="1CA2D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769331" y="6693408"/>
            <a:ext cx="212339" cy="164592"/>
          </a:xfrm>
          <a:prstGeom prst="rect">
            <a:avLst/>
          </a:prstGeom>
          <a:solidFill>
            <a:srgbClr val="19A5DA"/>
          </a:solidFill>
          <a:ln w="12700">
            <a:solidFill>
              <a:srgbClr val="19A5D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972526" y="6693408"/>
            <a:ext cx="212339" cy="164592"/>
          </a:xfrm>
          <a:prstGeom prst="rect">
            <a:avLst/>
          </a:prstGeom>
          <a:solidFill>
            <a:srgbClr val="16A8D9"/>
          </a:solidFill>
          <a:ln w="12700">
            <a:solidFill>
              <a:srgbClr val="16A8D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175721" y="6693408"/>
            <a:ext cx="212339" cy="164592"/>
          </a:xfrm>
          <a:prstGeom prst="rect">
            <a:avLst/>
          </a:prstGeom>
          <a:solidFill>
            <a:srgbClr val="13ABD8"/>
          </a:solidFill>
          <a:ln w="12700">
            <a:solidFill>
              <a:srgbClr val="13ABD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378916" y="6693408"/>
            <a:ext cx="212339" cy="164592"/>
          </a:xfrm>
          <a:prstGeom prst="rect">
            <a:avLst/>
          </a:prstGeom>
          <a:solidFill>
            <a:srgbClr val="0FAED7"/>
          </a:solidFill>
          <a:ln w="12700">
            <a:solidFill>
              <a:srgbClr val="0FAED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582110" y="6693408"/>
            <a:ext cx="212339" cy="164592"/>
          </a:xfrm>
          <a:prstGeom prst="rect">
            <a:avLst/>
          </a:prstGeom>
          <a:solidFill>
            <a:srgbClr val="0CB0D6"/>
          </a:solidFill>
          <a:ln w="12700">
            <a:solidFill>
              <a:srgbClr val="0CB0D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785305" y="6693408"/>
            <a:ext cx="212339" cy="164592"/>
          </a:xfrm>
          <a:prstGeom prst="rect">
            <a:avLst/>
          </a:prstGeom>
          <a:solidFill>
            <a:srgbClr val="09B3D5"/>
          </a:solidFill>
          <a:ln w="12700">
            <a:solidFill>
              <a:srgbClr val="09B3D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988500" y="6693408"/>
            <a:ext cx="212339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728655" y="64008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10 / 11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Assets</a:t>
            </a:r>
            <a:endParaRPr lang="en-US" sz="3200" dirty="0"/>
          </a:p>
        </p:txBody>
      </p:sp>
      <p:sp>
        <p:nvSpPr>
          <p:cNvPr id="67" name="Shape 65"/>
          <p:cNvSpPr/>
          <p:nvPr/>
        </p:nvSpPr>
        <p:spPr>
          <a:xfrm>
            <a:off x="548640" y="1463040"/>
            <a:ext cx="64008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6E"/>
                </a:solidFill>
              </a:rPr>
              <a:t>Everything you need to explore CareerCraft AI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548640" y="2240280"/>
            <a:ext cx="3611880" cy="1874520"/>
          </a:xfrm>
          <a:prstGeom prst="roundRect">
            <a:avLst>
              <a:gd name="adj" fmla="val 6829"/>
            </a:avLst>
          </a:prstGeom>
          <a:solidFill>
            <a:srgbClr val="0E0E1A"/>
          </a:solidFill>
          <a:ln w="12700">
            <a:solidFill>
              <a:srgbClr val="0E0E1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8640" y="2240280"/>
            <a:ext cx="3611880" cy="1097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2960" y="2468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366F1"/>
                </a:solidFill>
              </a:rPr>
              <a:t>LIVE DEMO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22960" y="27889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CareerCraft AI Demo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822960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5B4FC"/>
                </a:solidFill>
              </a:rPr>
              <a:t>Try the working product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4297680" y="2240280"/>
            <a:ext cx="3611880" cy="1874520"/>
          </a:xfrm>
          <a:prstGeom prst="roundRect">
            <a:avLst>
              <a:gd name="adj" fmla="val 6829"/>
            </a:avLst>
          </a:prstGeom>
          <a:solidFill>
            <a:srgbClr val="0E0E1A"/>
          </a:solidFill>
          <a:ln w="12700">
            <a:solidFill>
              <a:srgbClr val="0E0E1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297680" y="2240280"/>
            <a:ext cx="361188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0" y="2468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B5CF6"/>
                </a:solidFill>
              </a:rPr>
              <a:t>GITHUB REPO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4572000" y="27889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Source Code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4572000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5B4FC"/>
                </a:solidFill>
              </a:rPr>
              <a:t>(Add GitHub Link)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8046720" y="2240280"/>
            <a:ext cx="3611880" cy="1874520"/>
          </a:xfrm>
          <a:prstGeom prst="roundRect">
            <a:avLst>
              <a:gd name="adj" fmla="val 6829"/>
            </a:avLst>
          </a:prstGeom>
          <a:solidFill>
            <a:srgbClr val="0E0E1A"/>
          </a:solidFill>
          <a:ln w="12700">
            <a:solidFill>
              <a:srgbClr val="0E0E1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046720" y="2240280"/>
            <a:ext cx="3611880" cy="10972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321040" y="2468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C4899"/>
                </a:solidFill>
              </a:rPr>
              <a:t>VIDEO DEMO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8321040" y="27889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Walkthrough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8321040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5B4FC"/>
                </a:solidFill>
              </a:rPr>
              <a:t>(Add YouTube Link)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548640" y="4343400"/>
            <a:ext cx="3611880" cy="1874520"/>
          </a:xfrm>
          <a:prstGeom prst="roundRect">
            <a:avLst>
              <a:gd name="adj" fmla="val 6829"/>
            </a:avLst>
          </a:prstGeom>
          <a:solidFill>
            <a:srgbClr val="0E0E1A"/>
          </a:solidFill>
          <a:ln w="12700">
            <a:solidFill>
              <a:srgbClr val="0E0E1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48640" y="4343400"/>
            <a:ext cx="361188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2960" y="45720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6B6D4"/>
                </a:solidFill>
              </a:rPr>
              <a:t>HOSTED APP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822960" y="48920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Firebase Hosting</a:t>
            </a:r>
            <a:endParaRPr lang="en-US" sz="1800" dirty="0"/>
          </a:p>
        </p:txBody>
      </p:sp>
      <p:sp>
        <p:nvSpPr>
          <p:cNvPr id="88" name="Text 86"/>
          <p:cNvSpPr/>
          <p:nvPr/>
        </p:nvSpPr>
        <p:spPr>
          <a:xfrm>
            <a:off x="822960" y="5486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5B4FC"/>
                </a:solidFill>
              </a:rPr>
              <a:t>(Add Firebase Link)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4297680" y="4343400"/>
            <a:ext cx="3611880" cy="1874520"/>
          </a:xfrm>
          <a:prstGeom prst="roundRect">
            <a:avLst>
              <a:gd name="adj" fmla="val 6829"/>
            </a:avLst>
          </a:prstGeom>
          <a:solidFill>
            <a:srgbClr val="0E0E1A"/>
          </a:solidFill>
          <a:ln w="12700">
            <a:solidFill>
              <a:srgbClr val="0E0E1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297680" y="4343400"/>
            <a:ext cx="361188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572000" y="45720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</a:rPr>
              <a:t>TEAM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4572000" y="48920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Team Members</a:t>
            </a:r>
            <a:endParaRPr lang="en-US" sz="1800" dirty="0"/>
          </a:p>
        </p:txBody>
      </p:sp>
      <p:sp>
        <p:nvSpPr>
          <p:cNvPr id="93" name="Text 91"/>
          <p:cNvSpPr/>
          <p:nvPr/>
        </p:nvSpPr>
        <p:spPr>
          <a:xfrm>
            <a:off x="4572000" y="5486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5B4FC"/>
                </a:solidFill>
              </a:rPr>
              <a:t>Led by Samarth Gupta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8046720" y="4343400"/>
            <a:ext cx="3611880" cy="1874520"/>
          </a:xfrm>
          <a:prstGeom prst="roundRect">
            <a:avLst>
              <a:gd name="adj" fmla="val 6829"/>
            </a:avLst>
          </a:prstGeom>
          <a:solidFill>
            <a:srgbClr val="0E0E1A"/>
          </a:solidFill>
          <a:ln w="12700">
            <a:solidFill>
              <a:srgbClr val="0E0E1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046720" y="4343400"/>
            <a:ext cx="361188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321040" y="45720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0B981"/>
                </a:solidFill>
              </a:rPr>
              <a:t>DOCUMENTATION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8321040" y="48920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Project Docs</a:t>
            </a:r>
            <a:endParaRPr lang="en-US" sz="1800" dirty="0"/>
          </a:p>
        </p:txBody>
      </p:sp>
      <p:sp>
        <p:nvSpPr>
          <p:cNvPr id="98" name="Text 96"/>
          <p:cNvSpPr/>
          <p:nvPr/>
        </p:nvSpPr>
        <p:spPr>
          <a:xfrm>
            <a:off x="8321040" y="5486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5B4FC"/>
                </a:solidFill>
              </a:rPr>
              <a:t>Architecture &amp; guides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8B5CF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19695" y="2286000"/>
            <a:ext cx="7315200" cy="7315200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52648" y="-1828800"/>
            <a:ext cx="5486400" cy="5486400"/>
          </a:xfrm>
          <a:prstGeom prst="ellipse">
            <a:avLst/>
          </a:prstGeom>
          <a:solidFill>
            <a:srgbClr val="EC4899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i="1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CAREERCRAFT AI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7C7E8"/>
                </a:solidFill>
              </a:rPr>
              <a:t>Building India's First AI-Powered Student Operating System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981048" y="3611880"/>
            <a:ext cx="8229600" cy="1417320"/>
          </a:xfrm>
          <a:prstGeom prst="roundRect">
            <a:avLst>
              <a:gd name="adj" fmla="val 9677"/>
            </a:avLst>
          </a:prstGeom>
          <a:solidFill>
            <a:srgbClr val="1E1E30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81048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A5B4FC"/>
                </a:solidFill>
              </a:rPr>
              <a:t>MISSION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81048" y="402336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5F3FF"/>
                </a:solidFill>
              </a:rPr>
              <a:t>Empower every student with personalized career guidance,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F5F3FF"/>
                </a:solidFill>
              </a:rPr>
              <a:t>future planning, and placement readiness.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0" y="534924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i="1" kern="0" spc="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13" name="Shape 11"/>
          <p:cNvSpPr/>
          <p:nvPr/>
        </p:nvSpPr>
        <p:spPr>
          <a:xfrm>
            <a:off x="0" y="6693408"/>
            <a:ext cx="212339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3195" y="6693408"/>
            <a:ext cx="212339" cy="164592"/>
          </a:xfrm>
          <a:prstGeom prst="rect">
            <a:avLst/>
          </a:prstGeom>
          <a:solidFill>
            <a:srgbClr val="8A5CF6"/>
          </a:solidFill>
          <a:ln w="12700">
            <a:solidFill>
              <a:srgbClr val="8A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6390" y="6693408"/>
            <a:ext cx="212339" cy="164592"/>
          </a:xfrm>
          <a:prstGeom prst="rect">
            <a:avLst/>
          </a:prstGeom>
          <a:solidFill>
            <a:srgbClr val="885CF6"/>
          </a:solidFill>
          <a:ln w="12700">
            <a:solidFill>
              <a:srgbClr val="88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9585" y="6693408"/>
            <a:ext cx="212339" cy="164592"/>
          </a:xfrm>
          <a:prstGeom prst="rect">
            <a:avLst/>
          </a:prstGeom>
          <a:solidFill>
            <a:srgbClr val="875DF5"/>
          </a:solidFill>
          <a:ln w="12700">
            <a:solidFill>
              <a:srgbClr val="875D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780" y="6693408"/>
            <a:ext cx="212339" cy="164592"/>
          </a:xfrm>
          <a:prstGeom prst="rect">
            <a:avLst/>
          </a:prstGeom>
          <a:solidFill>
            <a:srgbClr val="865DF5"/>
          </a:solidFill>
          <a:ln w="12700">
            <a:solidFill>
              <a:srgbClr val="865D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975" y="6693408"/>
            <a:ext cx="212339" cy="164592"/>
          </a:xfrm>
          <a:prstGeom prst="rect">
            <a:avLst/>
          </a:prstGeom>
          <a:solidFill>
            <a:srgbClr val="845DF5"/>
          </a:solidFill>
          <a:ln w="12700">
            <a:solidFill>
              <a:srgbClr val="845D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9170" y="6693408"/>
            <a:ext cx="212339" cy="164592"/>
          </a:xfrm>
          <a:prstGeom prst="rect">
            <a:avLst/>
          </a:prstGeom>
          <a:solidFill>
            <a:srgbClr val="835DF5"/>
          </a:solidFill>
          <a:ln w="12700">
            <a:solidFill>
              <a:srgbClr val="835D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22364" y="6693408"/>
            <a:ext cx="212339" cy="164592"/>
          </a:xfrm>
          <a:prstGeom prst="rect">
            <a:avLst/>
          </a:prstGeom>
          <a:solidFill>
            <a:srgbClr val="825EF5"/>
          </a:solidFill>
          <a:ln w="12700">
            <a:solidFill>
              <a:srgbClr val="825E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25559" y="6693408"/>
            <a:ext cx="212339" cy="164592"/>
          </a:xfrm>
          <a:prstGeom prst="rect">
            <a:avLst/>
          </a:prstGeom>
          <a:solidFill>
            <a:srgbClr val="805EF5"/>
          </a:solidFill>
          <a:ln w="12700">
            <a:solidFill>
              <a:srgbClr val="805E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754" y="6693408"/>
            <a:ext cx="212339" cy="164592"/>
          </a:xfrm>
          <a:prstGeom prst="rect">
            <a:avLst/>
          </a:prstGeom>
          <a:solidFill>
            <a:srgbClr val="7F5EF4"/>
          </a:solidFill>
          <a:ln w="12700">
            <a:solidFill>
              <a:srgbClr val="7F5E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31949" y="6693408"/>
            <a:ext cx="212339" cy="164592"/>
          </a:xfrm>
          <a:prstGeom prst="rect">
            <a:avLst/>
          </a:prstGeom>
          <a:solidFill>
            <a:srgbClr val="7D5EF4"/>
          </a:solidFill>
          <a:ln w="12700">
            <a:solidFill>
              <a:srgbClr val="7D5E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35144" y="6693408"/>
            <a:ext cx="212339" cy="164592"/>
          </a:xfrm>
          <a:prstGeom prst="rect">
            <a:avLst/>
          </a:prstGeom>
          <a:solidFill>
            <a:srgbClr val="7C5FF4"/>
          </a:solidFill>
          <a:ln w="12700">
            <a:solidFill>
              <a:srgbClr val="7C5F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38339" y="6693408"/>
            <a:ext cx="212339" cy="164592"/>
          </a:xfrm>
          <a:prstGeom prst="rect">
            <a:avLst/>
          </a:prstGeom>
          <a:solidFill>
            <a:srgbClr val="7B5FF4"/>
          </a:solidFill>
          <a:ln w="12700">
            <a:solidFill>
              <a:srgbClr val="7B5F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41534" y="6693408"/>
            <a:ext cx="212339" cy="164592"/>
          </a:xfrm>
          <a:prstGeom prst="rect">
            <a:avLst/>
          </a:prstGeom>
          <a:solidFill>
            <a:srgbClr val="795FF4"/>
          </a:solidFill>
          <a:ln w="12700">
            <a:solidFill>
              <a:srgbClr val="795F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44729" y="6693408"/>
            <a:ext cx="212339" cy="164592"/>
          </a:xfrm>
          <a:prstGeom prst="rect">
            <a:avLst/>
          </a:prstGeom>
          <a:solidFill>
            <a:srgbClr val="785FF4"/>
          </a:solidFill>
          <a:ln w="12700">
            <a:solidFill>
              <a:srgbClr val="785F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47924" y="6693408"/>
            <a:ext cx="212339" cy="164592"/>
          </a:xfrm>
          <a:prstGeom prst="rect">
            <a:avLst/>
          </a:prstGeom>
          <a:solidFill>
            <a:srgbClr val="7760F3"/>
          </a:solidFill>
          <a:ln w="12700">
            <a:solidFill>
              <a:srgbClr val="7760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51119" y="6693408"/>
            <a:ext cx="212339" cy="164592"/>
          </a:xfrm>
          <a:prstGeom prst="rect">
            <a:avLst/>
          </a:prstGeom>
          <a:solidFill>
            <a:srgbClr val="7560F3"/>
          </a:solidFill>
          <a:ln w="12700">
            <a:solidFill>
              <a:srgbClr val="7560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54314" y="6693408"/>
            <a:ext cx="212339" cy="164592"/>
          </a:xfrm>
          <a:prstGeom prst="rect">
            <a:avLst/>
          </a:prstGeom>
          <a:solidFill>
            <a:srgbClr val="7460F3"/>
          </a:solidFill>
          <a:ln w="12700">
            <a:solidFill>
              <a:srgbClr val="7460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509" y="6693408"/>
            <a:ext cx="212339" cy="164592"/>
          </a:xfrm>
          <a:prstGeom prst="rect">
            <a:avLst/>
          </a:prstGeom>
          <a:solidFill>
            <a:srgbClr val="7360F3"/>
          </a:solidFill>
          <a:ln w="12700">
            <a:solidFill>
              <a:srgbClr val="7360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60703" y="6693408"/>
            <a:ext cx="212339" cy="164592"/>
          </a:xfrm>
          <a:prstGeom prst="rect">
            <a:avLst/>
          </a:prstGeom>
          <a:solidFill>
            <a:srgbClr val="7161F3"/>
          </a:solidFill>
          <a:ln w="12700">
            <a:solidFill>
              <a:srgbClr val="7161F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63898" y="6693408"/>
            <a:ext cx="212339" cy="164592"/>
          </a:xfrm>
          <a:prstGeom prst="rect">
            <a:avLst/>
          </a:prstGeom>
          <a:solidFill>
            <a:srgbClr val="7061F3"/>
          </a:solidFill>
          <a:ln w="12700">
            <a:solidFill>
              <a:srgbClr val="7061F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67093" y="6693408"/>
            <a:ext cx="212339" cy="164592"/>
          </a:xfrm>
          <a:prstGeom prst="rect">
            <a:avLst/>
          </a:prstGeom>
          <a:solidFill>
            <a:srgbClr val="6F61F2"/>
          </a:solidFill>
          <a:ln w="12700">
            <a:solidFill>
              <a:srgbClr val="6F61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70288" y="6693408"/>
            <a:ext cx="212339" cy="164592"/>
          </a:xfrm>
          <a:prstGeom prst="rect">
            <a:avLst/>
          </a:prstGeom>
          <a:solidFill>
            <a:srgbClr val="6D61F2"/>
          </a:solidFill>
          <a:ln w="12700">
            <a:solidFill>
              <a:srgbClr val="6D61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73483" y="6693408"/>
            <a:ext cx="212339" cy="164592"/>
          </a:xfrm>
          <a:prstGeom prst="rect">
            <a:avLst/>
          </a:prstGeom>
          <a:solidFill>
            <a:srgbClr val="6C61F2"/>
          </a:solidFill>
          <a:ln w="12700">
            <a:solidFill>
              <a:srgbClr val="6C61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76678" y="6693408"/>
            <a:ext cx="212339" cy="164592"/>
          </a:xfrm>
          <a:prstGeom prst="rect">
            <a:avLst/>
          </a:prstGeom>
          <a:solidFill>
            <a:srgbClr val="6A62F2"/>
          </a:solidFill>
          <a:ln w="12700">
            <a:solidFill>
              <a:srgbClr val="6A6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79873" y="6693408"/>
            <a:ext cx="212339" cy="164592"/>
          </a:xfrm>
          <a:prstGeom prst="rect">
            <a:avLst/>
          </a:prstGeom>
          <a:solidFill>
            <a:srgbClr val="6962F2"/>
          </a:solidFill>
          <a:ln w="12700">
            <a:solidFill>
              <a:srgbClr val="6962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83068" y="6693408"/>
            <a:ext cx="212339" cy="164592"/>
          </a:xfrm>
          <a:prstGeom prst="rect">
            <a:avLst/>
          </a:prstGeom>
          <a:solidFill>
            <a:srgbClr val="6862F2"/>
          </a:solidFill>
          <a:ln w="12700">
            <a:solidFill>
              <a:srgbClr val="6862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263" y="6693408"/>
            <a:ext cx="212339" cy="164592"/>
          </a:xfrm>
          <a:prstGeom prst="rect">
            <a:avLst/>
          </a:prstGeom>
          <a:solidFill>
            <a:srgbClr val="6662F1"/>
          </a:solidFill>
          <a:ln w="12700">
            <a:solidFill>
              <a:srgbClr val="6662F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89458" y="6693408"/>
            <a:ext cx="212339" cy="164592"/>
          </a:xfrm>
          <a:prstGeom prst="rect">
            <a:avLst/>
          </a:prstGeom>
          <a:solidFill>
            <a:srgbClr val="6563F1"/>
          </a:solidFill>
          <a:ln w="12700">
            <a:solidFill>
              <a:srgbClr val="6563F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92653" y="6693408"/>
            <a:ext cx="212339" cy="164592"/>
          </a:xfrm>
          <a:prstGeom prst="rect">
            <a:avLst/>
          </a:prstGeom>
          <a:solidFill>
            <a:srgbClr val="6463F1"/>
          </a:solidFill>
          <a:ln w="12700">
            <a:solidFill>
              <a:srgbClr val="6463F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95848" y="6693408"/>
            <a:ext cx="212339" cy="164592"/>
          </a:xfrm>
          <a:prstGeom prst="rect">
            <a:avLst/>
          </a:prstGeom>
          <a:solidFill>
            <a:srgbClr val="6164F1"/>
          </a:solidFill>
          <a:ln w="12700">
            <a:solidFill>
              <a:srgbClr val="6164F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99043" y="6693408"/>
            <a:ext cx="212339" cy="164592"/>
          </a:xfrm>
          <a:prstGeom prst="rect">
            <a:avLst/>
          </a:prstGeom>
          <a:solidFill>
            <a:srgbClr val="5E67F0"/>
          </a:solidFill>
          <a:ln w="12700">
            <a:solidFill>
              <a:srgbClr val="5E67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02237" y="6693408"/>
            <a:ext cx="212339" cy="164592"/>
          </a:xfrm>
          <a:prstGeom prst="rect">
            <a:avLst/>
          </a:prstGeom>
          <a:solidFill>
            <a:srgbClr val="5B6AEF"/>
          </a:solidFill>
          <a:ln w="12700">
            <a:solidFill>
              <a:srgbClr val="5B6AE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05432" y="6693408"/>
            <a:ext cx="212339" cy="164592"/>
          </a:xfrm>
          <a:prstGeom prst="rect">
            <a:avLst/>
          </a:prstGeom>
          <a:solidFill>
            <a:srgbClr val="586DEE"/>
          </a:solidFill>
          <a:ln w="12700">
            <a:solidFill>
              <a:srgbClr val="586D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08627" y="6693408"/>
            <a:ext cx="212339" cy="164592"/>
          </a:xfrm>
          <a:prstGeom prst="rect">
            <a:avLst/>
          </a:prstGeom>
          <a:solidFill>
            <a:srgbClr val="5570ED"/>
          </a:solidFill>
          <a:ln w="12700">
            <a:solidFill>
              <a:srgbClr val="5570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11822" y="6693408"/>
            <a:ext cx="212339" cy="164592"/>
          </a:xfrm>
          <a:prstGeom prst="rect">
            <a:avLst/>
          </a:prstGeom>
          <a:solidFill>
            <a:srgbClr val="5272EC"/>
          </a:solidFill>
          <a:ln w="12700">
            <a:solidFill>
              <a:srgbClr val="5272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15017" y="6693408"/>
            <a:ext cx="212339" cy="164592"/>
          </a:xfrm>
          <a:prstGeom prst="rect">
            <a:avLst/>
          </a:prstGeom>
          <a:solidFill>
            <a:srgbClr val="4F75EB"/>
          </a:solidFill>
          <a:ln w="12700">
            <a:solidFill>
              <a:srgbClr val="4F75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18212" y="6693408"/>
            <a:ext cx="212339" cy="164592"/>
          </a:xfrm>
          <a:prstGeom prst="rect">
            <a:avLst/>
          </a:prstGeom>
          <a:solidFill>
            <a:srgbClr val="4B78EA"/>
          </a:solidFill>
          <a:ln w="12700">
            <a:solidFill>
              <a:srgbClr val="4B78E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21407" y="6693408"/>
            <a:ext cx="212339" cy="164592"/>
          </a:xfrm>
          <a:prstGeom prst="rect">
            <a:avLst/>
          </a:prstGeom>
          <a:solidFill>
            <a:srgbClr val="487BE9"/>
          </a:solidFill>
          <a:ln w="12700">
            <a:solidFill>
              <a:srgbClr val="487BE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24602" y="6693408"/>
            <a:ext cx="212339" cy="164592"/>
          </a:xfrm>
          <a:prstGeom prst="rect">
            <a:avLst/>
          </a:prstGeom>
          <a:solidFill>
            <a:srgbClr val="457EE8"/>
          </a:solidFill>
          <a:ln w="12700">
            <a:solidFill>
              <a:srgbClr val="457E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27797" y="6693408"/>
            <a:ext cx="212339" cy="164592"/>
          </a:xfrm>
          <a:prstGeom prst="rect">
            <a:avLst/>
          </a:prstGeom>
          <a:solidFill>
            <a:srgbClr val="4281E7"/>
          </a:solidFill>
          <a:ln w="12700">
            <a:solidFill>
              <a:srgbClr val="4281E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30992" y="6693408"/>
            <a:ext cx="212339" cy="164592"/>
          </a:xfrm>
          <a:prstGeom prst="rect">
            <a:avLst/>
          </a:prstGeom>
          <a:solidFill>
            <a:srgbClr val="3F83E6"/>
          </a:solidFill>
          <a:ln w="12700">
            <a:solidFill>
              <a:srgbClr val="3F83E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534187" y="6693408"/>
            <a:ext cx="212339" cy="164592"/>
          </a:xfrm>
          <a:prstGeom prst="rect">
            <a:avLst/>
          </a:prstGeom>
          <a:solidFill>
            <a:srgbClr val="3C86E5"/>
          </a:solidFill>
          <a:ln w="12700">
            <a:solidFill>
              <a:srgbClr val="3C86E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37382" y="6693408"/>
            <a:ext cx="212339" cy="164592"/>
          </a:xfrm>
          <a:prstGeom prst="rect">
            <a:avLst/>
          </a:prstGeom>
          <a:solidFill>
            <a:srgbClr val="3889E4"/>
          </a:solidFill>
          <a:ln w="12700">
            <a:solidFill>
              <a:srgbClr val="3889E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940576" y="6693408"/>
            <a:ext cx="212339" cy="164592"/>
          </a:xfrm>
          <a:prstGeom prst="rect">
            <a:avLst/>
          </a:prstGeom>
          <a:solidFill>
            <a:srgbClr val="358CE3"/>
          </a:solidFill>
          <a:ln w="12700">
            <a:solidFill>
              <a:srgbClr val="358CE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43771" y="6693408"/>
            <a:ext cx="212339" cy="164592"/>
          </a:xfrm>
          <a:prstGeom prst="rect">
            <a:avLst/>
          </a:prstGeom>
          <a:solidFill>
            <a:srgbClr val="328FE2"/>
          </a:solidFill>
          <a:ln w="12700">
            <a:solidFill>
              <a:srgbClr val="328FE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346966" y="6693408"/>
            <a:ext cx="212339" cy="164592"/>
          </a:xfrm>
          <a:prstGeom prst="rect">
            <a:avLst/>
          </a:prstGeom>
          <a:solidFill>
            <a:srgbClr val="2F91E1"/>
          </a:solidFill>
          <a:ln w="12700">
            <a:solidFill>
              <a:srgbClr val="2F91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550161" y="6693408"/>
            <a:ext cx="212339" cy="164592"/>
          </a:xfrm>
          <a:prstGeom prst="rect">
            <a:avLst/>
          </a:prstGeom>
          <a:solidFill>
            <a:srgbClr val="2C94E0"/>
          </a:solidFill>
          <a:ln w="12700">
            <a:solidFill>
              <a:srgbClr val="2C94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53356" y="6693408"/>
            <a:ext cx="212339" cy="164592"/>
          </a:xfrm>
          <a:prstGeom prst="rect">
            <a:avLst/>
          </a:prstGeom>
          <a:solidFill>
            <a:srgbClr val="2997DF"/>
          </a:solidFill>
          <a:ln w="12700">
            <a:solidFill>
              <a:srgbClr val="2997D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956551" y="6693408"/>
            <a:ext cx="212339" cy="164592"/>
          </a:xfrm>
          <a:prstGeom prst="rect">
            <a:avLst/>
          </a:prstGeom>
          <a:solidFill>
            <a:srgbClr val="269ADE"/>
          </a:solidFill>
          <a:ln w="12700">
            <a:solidFill>
              <a:srgbClr val="269AD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159746" y="6693408"/>
            <a:ext cx="212339" cy="164592"/>
          </a:xfrm>
          <a:prstGeom prst="rect">
            <a:avLst/>
          </a:prstGeom>
          <a:solidFill>
            <a:srgbClr val="229DDD"/>
          </a:solidFill>
          <a:ln w="12700">
            <a:solidFill>
              <a:srgbClr val="229DD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362941" y="6693408"/>
            <a:ext cx="212339" cy="164592"/>
          </a:xfrm>
          <a:prstGeom prst="rect">
            <a:avLst/>
          </a:prstGeom>
          <a:solidFill>
            <a:srgbClr val="1F9FDC"/>
          </a:solidFill>
          <a:ln w="12700">
            <a:solidFill>
              <a:srgbClr val="1F9FD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566136" y="6693408"/>
            <a:ext cx="212339" cy="164592"/>
          </a:xfrm>
          <a:prstGeom prst="rect">
            <a:avLst/>
          </a:prstGeom>
          <a:solidFill>
            <a:srgbClr val="1CA2DB"/>
          </a:solidFill>
          <a:ln w="12700">
            <a:solidFill>
              <a:srgbClr val="1CA2D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769331" y="6693408"/>
            <a:ext cx="212339" cy="164592"/>
          </a:xfrm>
          <a:prstGeom prst="rect">
            <a:avLst/>
          </a:prstGeom>
          <a:solidFill>
            <a:srgbClr val="19A5DA"/>
          </a:solidFill>
          <a:ln w="12700">
            <a:solidFill>
              <a:srgbClr val="19A5D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972526" y="6693408"/>
            <a:ext cx="212339" cy="164592"/>
          </a:xfrm>
          <a:prstGeom prst="rect">
            <a:avLst/>
          </a:prstGeom>
          <a:solidFill>
            <a:srgbClr val="16A8D9"/>
          </a:solidFill>
          <a:ln w="12700">
            <a:solidFill>
              <a:srgbClr val="16A8D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175721" y="6693408"/>
            <a:ext cx="212339" cy="164592"/>
          </a:xfrm>
          <a:prstGeom prst="rect">
            <a:avLst/>
          </a:prstGeom>
          <a:solidFill>
            <a:srgbClr val="13ABD8"/>
          </a:solidFill>
          <a:ln w="12700">
            <a:solidFill>
              <a:srgbClr val="13ABD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378916" y="6693408"/>
            <a:ext cx="212339" cy="164592"/>
          </a:xfrm>
          <a:prstGeom prst="rect">
            <a:avLst/>
          </a:prstGeom>
          <a:solidFill>
            <a:srgbClr val="0FAED7"/>
          </a:solidFill>
          <a:ln w="12700">
            <a:solidFill>
              <a:srgbClr val="0FAED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582110" y="6693408"/>
            <a:ext cx="212339" cy="164592"/>
          </a:xfrm>
          <a:prstGeom prst="rect">
            <a:avLst/>
          </a:prstGeom>
          <a:solidFill>
            <a:srgbClr val="0CB0D6"/>
          </a:solidFill>
          <a:ln w="12700">
            <a:solidFill>
              <a:srgbClr val="0CB0D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85305" y="6693408"/>
            <a:ext cx="212339" cy="164592"/>
          </a:xfrm>
          <a:prstGeom prst="rect">
            <a:avLst/>
          </a:prstGeom>
          <a:solidFill>
            <a:srgbClr val="09B3D5"/>
          </a:solidFill>
          <a:ln w="12700">
            <a:solidFill>
              <a:srgbClr val="09B3D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988500" y="6693408"/>
            <a:ext cx="212339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764</Words>
  <Application>Microsoft Office PowerPoint</Application>
  <PresentationFormat>Widescreen</PresentationFormat>
  <Paragraphs>258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samarthgupta927@gmail.com</cp:lastModifiedBy>
  <cp:revision>2</cp:revision>
  <dcterms:created xsi:type="dcterms:W3CDTF">2026-06-08T17:40:59Z</dcterms:created>
  <dcterms:modified xsi:type="dcterms:W3CDTF">2026-06-10T20:04:32Z</dcterms:modified>
</cp:coreProperties>
</file>